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6.svg"/><Relationship Id="rId4" Type="http://schemas.openxmlformats.org/officeDocument/2006/relationships/image" Target="../media/image22.svg"/><Relationship Id="rId9" Type="http://schemas.openxmlformats.org/officeDocument/2006/relationships/image" Target="../media/image25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37.png"/><Relationship Id="rId7" Type="http://schemas.openxmlformats.org/officeDocument/2006/relationships/image" Target="../media/image15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43.png"/><Relationship Id="rId7" Type="http://schemas.openxmlformats.org/officeDocument/2006/relationships/image" Target="../media/image17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6.svg"/><Relationship Id="rId4" Type="http://schemas.openxmlformats.org/officeDocument/2006/relationships/image" Target="../media/image22.svg"/><Relationship Id="rId9" Type="http://schemas.openxmlformats.org/officeDocument/2006/relationships/image" Target="../media/image25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37.png"/><Relationship Id="rId7" Type="http://schemas.openxmlformats.org/officeDocument/2006/relationships/image" Target="../media/image15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43.png"/><Relationship Id="rId7" Type="http://schemas.openxmlformats.org/officeDocument/2006/relationships/image" Target="../media/image17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B9CDF2-38B1-4072-810F-965F8714643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478FBC6-9FE4-4A00-ACA3-662B5A753F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Two imbalanced datasets (Online Shoppers, Telco Churn)</a:t>
          </a:r>
        </a:p>
      </dgm:t>
    </dgm:pt>
    <dgm:pt modelId="{1B6D8AD3-43E8-472F-912E-6730452CE99D}" type="parTrans" cxnId="{2C7D29B7-56AB-4BE1-A9B2-AAC88697DEC3}">
      <dgm:prSet/>
      <dgm:spPr/>
      <dgm:t>
        <a:bodyPr/>
        <a:lstStyle/>
        <a:p>
          <a:endParaRPr lang="en-US"/>
        </a:p>
      </dgm:t>
    </dgm:pt>
    <dgm:pt modelId="{4EEF4056-4884-4A8B-8B56-0E887DABBF07}" type="sibTrans" cxnId="{2C7D29B7-56AB-4BE1-A9B2-AAC88697DEC3}">
      <dgm:prSet/>
      <dgm:spPr/>
      <dgm:t>
        <a:bodyPr/>
        <a:lstStyle/>
        <a:p>
          <a:endParaRPr lang="en-US"/>
        </a:p>
      </dgm:t>
    </dgm:pt>
    <dgm:pt modelId="{B37248E3-55E2-4429-A807-1C384D9606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Section 1: Initial imbalance demonstration</a:t>
          </a:r>
        </a:p>
      </dgm:t>
    </dgm:pt>
    <dgm:pt modelId="{AE8E2253-D2B4-4789-97D1-A853BF0CF048}" type="parTrans" cxnId="{36E0F931-6C3C-4E5A-8D61-C76BC8C6A9DE}">
      <dgm:prSet/>
      <dgm:spPr/>
      <dgm:t>
        <a:bodyPr/>
        <a:lstStyle/>
        <a:p>
          <a:endParaRPr lang="en-US"/>
        </a:p>
      </dgm:t>
    </dgm:pt>
    <dgm:pt modelId="{1DEB7709-D92C-4A0B-84FE-409E61435E5F}" type="sibTrans" cxnId="{36E0F931-6C3C-4E5A-8D61-C76BC8C6A9DE}">
      <dgm:prSet/>
      <dgm:spPr/>
      <dgm:t>
        <a:bodyPr/>
        <a:lstStyle/>
        <a:p>
          <a:endParaRPr lang="en-US"/>
        </a:p>
      </dgm:t>
    </dgm:pt>
    <dgm:pt modelId="{6B640DE7-6121-438B-B9F1-FEBE0F4E26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Section 2: Full preprocessing pipeline</a:t>
          </a:r>
        </a:p>
      </dgm:t>
    </dgm:pt>
    <dgm:pt modelId="{A0592670-B999-489B-95CE-30EEFF61DE7C}" type="parTrans" cxnId="{44E5E268-7B38-4559-8759-E773C1B10F47}">
      <dgm:prSet/>
      <dgm:spPr/>
      <dgm:t>
        <a:bodyPr/>
        <a:lstStyle/>
        <a:p>
          <a:endParaRPr lang="en-US"/>
        </a:p>
      </dgm:t>
    </dgm:pt>
    <dgm:pt modelId="{2AE1D3C6-9C65-49B0-A6DA-82F7CF3F0D53}" type="sibTrans" cxnId="{44E5E268-7B38-4559-8759-E773C1B10F47}">
      <dgm:prSet/>
      <dgm:spPr/>
      <dgm:t>
        <a:bodyPr/>
        <a:lstStyle/>
        <a:p>
          <a:endParaRPr lang="en-US"/>
        </a:p>
      </dgm:t>
    </dgm:pt>
    <dgm:pt modelId="{2603E9A4-5BD8-4476-B3FA-FA3560DFB9D0}" type="pres">
      <dgm:prSet presAssocID="{5DB9CDF2-38B1-4072-810F-965F87146438}" presName="root" presStyleCnt="0">
        <dgm:presLayoutVars>
          <dgm:dir/>
          <dgm:resizeHandles val="exact"/>
        </dgm:presLayoutVars>
      </dgm:prSet>
      <dgm:spPr/>
    </dgm:pt>
    <dgm:pt modelId="{DD66E16E-2E0A-419C-BC60-78942EAACCB8}" type="pres">
      <dgm:prSet presAssocID="{5478FBC6-9FE4-4A00-ACA3-662B5A753F6B}" presName="compNode" presStyleCnt="0"/>
      <dgm:spPr/>
    </dgm:pt>
    <dgm:pt modelId="{6D785F33-509F-495C-B3C2-EB136E1EAA17}" type="pres">
      <dgm:prSet presAssocID="{5478FBC6-9FE4-4A00-ACA3-662B5A753F6B}" presName="bgRect" presStyleLbl="bgShp" presStyleIdx="0" presStyleCnt="3"/>
      <dgm:spPr/>
    </dgm:pt>
    <dgm:pt modelId="{EE12B1C5-700D-4008-8DB6-FF6FBCEA9E61}" type="pres">
      <dgm:prSet presAssocID="{5478FBC6-9FE4-4A00-ACA3-662B5A753F6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9F94EC88-8413-478E-9E4B-3A49D46FC8EE}" type="pres">
      <dgm:prSet presAssocID="{5478FBC6-9FE4-4A00-ACA3-662B5A753F6B}" presName="spaceRect" presStyleCnt="0"/>
      <dgm:spPr/>
    </dgm:pt>
    <dgm:pt modelId="{5C53C934-4F3B-466D-800D-C7FF7FC722FB}" type="pres">
      <dgm:prSet presAssocID="{5478FBC6-9FE4-4A00-ACA3-662B5A753F6B}" presName="parTx" presStyleLbl="revTx" presStyleIdx="0" presStyleCnt="3">
        <dgm:presLayoutVars>
          <dgm:chMax val="0"/>
          <dgm:chPref val="0"/>
        </dgm:presLayoutVars>
      </dgm:prSet>
      <dgm:spPr/>
    </dgm:pt>
    <dgm:pt modelId="{3AACC332-64AE-4E40-A5AE-ABEEA2C13223}" type="pres">
      <dgm:prSet presAssocID="{4EEF4056-4884-4A8B-8B56-0E887DABBF07}" presName="sibTrans" presStyleCnt="0"/>
      <dgm:spPr/>
    </dgm:pt>
    <dgm:pt modelId="{BCE99F29-51A9-4DE0-9869-E02A4C39C4B3}" type="pres">
      <dgm:prSet presAssocID="{B37248E3-55E2-4429-A807-1C384D96060A}" presName="compNode" presStyleCnt="0"/>
      <dgm:spPr/>
    </dgm:pt>
    <dgm:pt modelId="{A667B849-E390-4AD6-925C-65A315AA8003}" type="pres">
      <dgm:prSet presAssocID="{B37248E3-55E2-4429-A807-1C384D96060A}" presName="bgRect" presStyleLbl="bgShp" presStyleIdx="1" presStyleCnt="3"/>
      <dgm:spPr/>
    </dgm:pt>
    <dgm:pt modelId="{6F107116-E8A6-43A4-BAAA-CB2D7C9F073C}" type="pres">
      <dgm:prSet presAssocID="{B37248E3-55E2-4429-A807-1C384D96060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BABD6831-FD3B-47D3-9B95-66753BD0A064}" type="pres">
      <dgm:prSet presAssocID="{B37248E3-55E2-4429-A807-1C384D96060A}" presName="spaceRect" presStyleCnt="0"/>
      <dgm:spPr/>
    </dgm:pt>
    <dgm:pt modelId="{97ECAC9B-C178-4361-AC2C-648FF8BBD5DB}" type="pres">
      <dgm:prSet presAssocID="{B37248E3-55E2-4429-A807-1C384D96060A}" presName="parTx" presStyleLbl="revTx" presStyleIdx="1" presStyleCnt="3">
        <dgm:presLayoutVars>
          <dgm:chMax val="0"/>
          <dgm:chPref val="0"/>
        </dgm:presLayoutVars>
      </dgm:prSet>
      <dgm:spPr/>
    </dgm:pt>
    <dgm:pt modelId="{2EAF5E03-1E0D-4081-A710-887B2BFB8F8C}" type="pres">
      <dgm:prSet presAssocID="{1DEB7709-D92C-4A0B-84FE-409E61435E5F}" presName="sibTrans" presStyleCnt="0"/>
      <dgm:spPr/>
    </dgm:pt>
    <dgm:pt modelId="{4DDC1203-8A53-4B54-9E9B-257527816BE6}" type="pres">
      <dgm:prSet presAssocID="{6B640DE7-6121-438B-B9F1-FEBE0F4E2634}" presName="compNode" presStyleCnt="0"/>
      <dgm:spPr/>
    </dgm:pt>
    <dgm:pt modelId="{96C710DD-CEC1-4079-A610-2DF159AC424F}" type="pres">
      <dgm:prSet presAssocID="{6B640DE7-6121-438B-B9F1-FEBE0F4E2634}" presName="bgRect" presStyleLbl="bgShp" presStyleIdx="2" presStyleCnt="3"/>
      <dgm:spPr/>
    </dgm:pt>
    <dgm:pt modelId="{2F41CB0E-FA1B-4177-A79A-3C48E083A640}" type="pres">
      <dgm:prSet presAssocID="{6B640DE7-6121-438B-B9F1-FEBE0F4E263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AF5B8EE9-19B3-4E52-9AD6-785BDBEDFF3F}" type="pres">
      <dgm:prSet presAssocID="{6B640DE7-6121-438B-B9F1-FEBE0F4E2634}" presName="spaceRect" presStyleCnt="0"/>
      <dgm:spPr/>
    </dgm:pt>
    <dgm:pt modelId="{F71747E5-E576-4152-A78D-A9AD74298C3C}" type="pres">
      <dgm:prSet presAssocID="{6B640DE7-6121-438B-B9F1-FEBE0F4E263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DBC5D2D-86B9-4B4A-80FE-536A28B49519}" type="presOf" srcId="{B37248E3-55E2-4429-A807-1C384D96060A}" destId="{97ECAC9B-C178-4361-AC2C-648FF8BBD5DB}" srcOrd="0" destOrd="0" presId="urn:microsoft.com/office/officeart/2018/2/layout/IconVerticalSolidList"/>
    <dgm:cxn modelId="{36E0F931-6C3C-4E5A-8D61-C76BC8C6A9DE}" srcId="{5DB9CDF2-38B1-4072-810F-965F87146438}" destId="{B37248E3-55E2-4429-A807-1C384D96060A}" srcOrd="1" destOrd="0" parTransId="{AE8E2253-D2B4-4789-97D1-A853BF0CF048}" sibTransId="{1DEB7709-D92C-4A0B-84FE-409E61435E5F}"/>
    <dgm:cxn modelId="{17EDBD3A-6CF1-47E3-8EA9-8187CAF119FE}" type="presOf" srcId="{5DB9CDF2-38B1-4072-810F-965F87146438}" destId="{2603E9A4-5BD8-4476-B3FA-FA3560DFB9D0}" srcOrd="0" destOrd="0" presId="urn:microsoft.com/office/officeart/2018/2/layout/IconVerticalSolidList"/>
    <dgm:cxn modelId="{AD053D67-41C0-436D-8D6F-B89272569596}" type="presOf" srcId="{6B640DE7-6121-438B-B9F1-FEBE0F4E2634}" destId="{F71747E5-E576-4152-A78D-A9AD74298C3C}" srcOrd="0" destOrd="0" presId="urn:microsoft.com/office/officeart/2018/2/layout/IconVerticalSolidList"/>
    <dgm:cxn modelId="{44E5E268-7B38-4559-8759-E773C1B10F47}" srcId="{5DB9CDF2-38B1-4072-810F-965F87146438}" destId="{6B640DE7-6121-438B-B9F1-FEBE0F4E2634}" srcOrd="2" destOrd="0" parTransId="{A0592670-B999-489B-95CE-30EEFF61DE7C}" sibTransId="{2AE1D3C6-9C65-49B0-A6DA-82F7CF3F0D53}"/>
    <dgm:cxn modelId="{A27D9C84-44C4-4A2C-B36B-1DCBFF4FC1B1}" type="presOf" srcId="{5478FBC6-9FE4-4A00-ACA3-662B5A753F6B}" destId="{5C53C934-4F3B-466D-800D-C7FF7FC722FB}" srcOrd="0" destOrd="0" presId="urn:microsoft.com/office/officeart/2018/2/layout/IconVerticalSolidList"/>
    <dgm:cxn modelId="{2C7D29B7-56AB-4BE1-A9B2-AAC88697DEC3}" srcId="{5DB9CDF2-38B1-4072-810F-965F87146438}" destId="{5478FBC6-9FE4-4A00-ACA3-662B5A753F6B}" srcOrd="0" destOrd="0" parTransId="{1B6D8AD3-43E8-472F-912E-6730452CE99D}" sibTransId="{4EEF4056-4884-4A8B-8B56-0E887DABBF07}"/>
    <dgm:cxn modelId="{1AFC09ED-5E1C-45F6-B4A4-D648226DCD5E}" type="presParOf" srcId="{2603E9A4-5BD8-4476-B3FA-FA3560DFB9D0}" destId="{DD66E16E-2E0A-419C-BC60-78942EAACCB8}" srcOrd="0" destOrd="0" presId="urn:microsoft.com/office/officeart/2018/2/layout/IconVerticalSolidList"/>
    <dgm:cxn modelId="{7C3BA93B-889C-487C-8B68-A08CBC42990D}" type="presParOf" srcId="{DD66E16E-2E0A-419C-BC60-78942EAACCB8}" destId="{6D785F33-509F-495C-B3C2-EB136E1EAA17}" srcOrd="0" destOrd="0" presId="urn:microsoft.com/office/officeart/2018/2/layout/IconVerticalSolidList"/>
    <dgm:cxn modelId="{93D74F48-09CC-4F2F-A046-B86635371194}" type="presParOf" srcId="{DD66E16E-2E0A-419C-BC60-78942EAACCB8}" destId="{EE12B1C5-700D-4008-8DB6-FF6FBCEA9E61}" srcOrd="1" destOrd="0" presId="urn:microsoft.com/office/officeart/2018/2/layout/IconVerticalSolidList"/>
    <dgm:cxn modelId="{7D3DF412-3961-40B1-817F-697285A7E704}" type="presParOf" srcId="{DD66E16E-2E0A-419C-BC60-78942EAACCB8}" destId="{9F94EC88-8413-478E-9E4B-3A49D46FC8EE}" srcOrd="2" destOrd="0" presId="urn:microsoft.com/office/officeart/2018/2/layout/IconVerticalSolidList"/>
    <dgm:cxn modelId="{809DB68E-A8E2-4F83-89FA-986182B42660}" type="presParOf" srcId="{DD66E16E-2E0A-419C-BC60-78942EAACCB8}" destId="{5C53C934-4F3B-466D-800D-C7FF7FC722FB}" srcOrd="3" destOrd="0" presId="urn:microsoft.com/office/officeart/2018/2/layout/IconVerticalSolidList"/>
    <dgm:cxn modelId="{29B9AF6D-2EC4-4BF9-B534-A2D0F1EC3334}" type="presParOf" srcId="{2603E9A4-5BD8-4476-B3FA-FA3560DFB9D0}" destId="{3AACC332-64AE-4E40-A5AE-ABEEA2C13223}" srcOrd="1" destOrd="0" presId="urn:microsoft.com/office/officeart/2018/2/layout/IconVerticalSolidList"/>
    <dgm:cxn modelId="{C4EA6302-B500-4895-BF39-FB025A79F527}" type="presParOf" srcId="{2603E9A4-5BD8-4476-B3FA-FA3560DFB9D0}" destId="{BCE99F29-51A9-4DE0-9869-E02A4C39C4B3}" srcOrd="2" destOrd="0" presId="urn:microsoft.com/office/officeart/2018/2/layout/IconVerticalSolidList"/>
    <dgm:cxn modelId="{7FA9A431-3DDE-4394-B3E1-41CE84A1053E}" type="presParOf" srcId="{BCE99F29-51A9-4DE0-9869-E02A4C39C4B3}" destId="{A667B849-E390-4AD6-925C-65A315AA8003}" srcOrd="0" destOrd="0" presId="urn:microsoft.com/office/officeart/2018/2/layout/IconVerticalSolidList"/>
    <dgm:cxn modelId="{BE02B40B-28F2-4A6B-A48D-447EEAF0B6CE}" type="presParOf" srcId="{BCE99F29-51A9-4DE0-9869-E02A4C39C4B3}" destId="{6F107116-E8A6-43A4-BAAA-CB2D7C9F073C}" srcOrd="1" destOrd="0" presId="urn:microsoft.com/office/officeart/2018/2/layout/IconVerticalSolidList"/>
    <dgm:cxn modelId="{8894EA4F-92C5-4F5C-AED0-DDC95195F5F0}" type="presParOf" srcId="{BCE99F29-51A9-4DE0-9869-E02A4C39C4B3}" destId="{BABD6831-FD3B-47D3-9B95-66753BD0A064}" srcOrd="2" destOrd="0" presId="urn:microsoft.com/office/officeart/2018/2/layout/IconVerticalSolidList"/>
    <dgm:cxn modelId="{50867170-584B-4F0D-87F1-E14AEE1E4035}" type="presParOf" srcId="{BCE99F29-51A9-4DE0-9869-E02A4C39C4B3}" destId="{97ECAC9B-C178-4361-AC2C-648FF8BBD5DB}" srcOrd="3" destOrd="0" presId="urn:microsoft.com/office/officeart/2018/2/layout/IconVerticalSolidList"/>
    <dgm:cxn modelId="{0EE76F9E-161B-4BF0-A497-49E0A50BE240}" type="presParOf" srcId="{2603E9A4-5BD8-4476-B3FA-FA3560DFB9D0}" destId="{2EAF5E03-1E0D-4081-A710-887B2BFB8F8C}" srcOrd="3" destOrd="0" presId="urn:microsoft.com/office/officeart/2018/2/layout/IconVerticalSolidList"/>
    <dgm:cxn modelId="{7C47A711-E88B-4B32-8B46-1B894DAC8E99}" type="presParOf" srcId="{2603E9A4-5BD8-4476-B3FA-FA3560DFB9D0}" destId="{4DDC1203-8A53-4B54-9E9B-257527816BE6}" srcOrd="4" destOrd="0" presId="urn:microsoft.com/office/officeart/2018/2/layout/IconVerticalSolidList"/>
    <dgm:cxn modelId="{DCE6B575-FB0A-418F-8131-23A111EDE7ED}" type="presParOf" srcId="{4DDC1203-8A53-4B54-9E9B-257527816BE6}" destId="{96C710DD-CEC1-4079-A610-2DF159AC424F}" srcOrd="0" destOrd="0" presId="urn:microsoft.com/office/officeart/2018/2/layout/IconVerticalSolidList"/>
    <dgm:cxn modelId="{50D57C28-DE95-45D8-80A0-0ABBBB54DEDA}" type="presParOf" srcId="{4DDC1203-8A53-4B54-9E9B-257527816BE6}" destId="{2F41CB0E-FA1B-4177-A79A-3C48E083A640}" srcOrd="1" destOrd="0" presId="urn:microsoft.com/office/officeart/2018/2/layout/IconVerticalSolidList"/>
    <dgm:cxn modelId="{7E1EC547-CAC9-40C8-952C-FF88A3AF9989}" type="presParOf" srcId="{4DDC1203-8A53-4B54-9E9B-257527816BE6}" destId="{AF5B8EE9-19B3-4E52-9AD6-785BDBEDFF3F}" srcOrd="2" destOrd="0" presId="urn:microsoft.com/office/officeart/2018/2/layout/IconVerticalSolidList"/>
    <dgm:cxn modelId="{1041D1AB-C081-45C7-A080-00CAAFE1C222}" type="presParOf" srcId="{4DDC1203-8A53-4B54-9E9B-257527816BE6}" destId="{F71747E5-E576-4152-A78D-A9AD74298C3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C530C8-6018-42E6-B9A8-5C62E390677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252857-3396-4FDF-90A1-EBED693177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Load CSV files (online or telco)</a:t>
          </a:r>
        </a:p>
      </dgm:t>
    </dgm:pt>
    <dgm:pt modelId="{1A457574-C1CB-4913-A5BC-3FF30EB694ED}" type="parTrans" cxnId="{252EE927-1FA7-49F9-9BD5-155C3DB8EBEE}">
      <dgm:prSet/>
      <dgm:spPr/>
      <dgm:t>
        <a:bodyPr/>
        <a:lstStyle/>
        <a:p>
          <a:endParaRPr lang="en-US"/>
        </a:p>
      </dgm:t>
    </dgm:pt>
    <dgm:pt modelId="{3E205F28-23AA-43A4-AB73-AB547E147729}" type="sibTrans" cxnId="{252EE927-1FA7-49F9-9BD5-155C3DB8EBEE}">
      <dgm:prSet/>
      <dgm:spPr/>
      <dgm:t>
        <a:bodyPr/>
        <a:lstStyle/>
        <a:p>
          <a:endParaRPr lang="en-US"/>
        </a:p>
      </dgm:t>
    </dgm:pt>
    <dgm:pt modelId="{7287F805-3B47-45AC-A70D-7761ED386C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Purpose: Provide raw input for ML pipeline</a:t>
          </a:r>
        </a:p>
      </dgm:t>
    </dgm:pt>
    <dgm:pt modelId="{FEFD90D2-4A9F-413C-80CA-FDCAB6D6C620}" type="parTrans" cxnId="{047CBC1E-30D6-4878-A328-9E2FA1E805EE}">
      <dgm:prSet/>
      <dgm:spPr/>
      <dgm:t>
        <a:bodyPr/>
        <a:lstStyle/>
        <a:p>
          <a:endParaRPr lang="en-US"/>
        </a:p>
      </dgm:t>
    </dgm:pt>
    <dgm:pt modelId="{4E6D4B88-9DEA-4F1C-AE88-5C2DAE9D4BFB}" type="sibTrans" cxnId="{047CBC1E-30D6-4878-A328-9E2FA1E805EE}">
      <dgm:prSet/>
      <dgm:spPr/>
      <dgm:t>
        <a:bodyPr/>
        <a:lstStyle/>
        <a:p>
          <a:endParaRPr lang="en-US"/>
        </a:p>
      </dgm:t>
    </dgm:pt>
    <dgm:pt modelId="{F5B29FD3-B088-406B-A19E-D6274E278E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Why: Standard entry point for preprocessing</a:t>
          </a:r>
        </a:p>
      </dgm:t>
    </dgm:pt>
    <dgm:pt modelId="{0ADEE0FF-6611-46F4-B9AB-714A767581D2}" type="parTrans" cxnId="{96DBA6FE-08F4-4133-8967-C5C138F95206}">
      <dgm:prSet/>
      <dgm:spPr/>
      <dgm:t>
        <a:bodyPr/>
        <a:lstStyle/>
        <a:p>
          <a:endParaRPr lang="en-US"/>
        </a:p>
      </dgm:t>
    </dgm:pt>
    <dgm:pt modelId="{A3853149-7654-4AA2-9229-EC1131F98E5C}" type="sibTrans" cxnId="{96DBA6FE-08F4-4133-8967-C5C138F95206}">
      <dgm:prSet/>
      <dgm:spPr/>
      <dgm:t>
        <a:bodyPr/>
        <a:lstStyle/>
        <a:p>
          <a:endParaRPr lang="en-US"/>
        </a:p>
      </dgm:t>
    </dgm:pt>
    <dgm:pt modelId="{3BEC541C-C96F-4BE1-B99F-F73C90279C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Filepaths are dataset-dependent</a:t>
          </a:r>
        </a:p>
      </dgm:t>
    </dgm:pt>
    <dgm:pt modelId="{A6DFC3F7-742C-4C3D-8C75-D4E7F9993DB8}" type="parTrans" cxnId="{AE87292A-4D20-4B7A-A7AD-47E3156C3D48}">
      <dgm:prSet/>
      <dgm:spPr/>
      <dgm:t>
        <a:bodyPr/>
        <a:lstStyle/>
        <a:p>
          <a:endParaRPr lang="en-US"/>
        </a:p>
      </dgm:t>
    </dgm:pt>
    <dgm:pt modelId="{690B09D8-6DCD-4879-A1BF-FB05539A9F7D}" type="sibTrans" cxnId="{AE87292A-4D20-4B7A-A7AD-47E3156C3D48}">
      <dgm:prSet/>
      <dgm:spPr/>
      <dgm:t>
        <a:bodyPr/>
        <a:lstStyle/>
        <a:p>
          <a:endParaRPr lang="en-US"/>
        </a:p>
      </dgm:t>
    </dgm:pt>
    <dgm:pt modelId="{3D3A3378-9AA7-4C94-A602-28DE6B6E3335}" type="pres">
      <dgm:prSet presAssocID="{71C530C8-6018-42E6-B9A8-5C62E3906775}" presName="root" presStyleCnt="0">
        <dgm:presLayoutVars>
          <dgm:dir/>
          <dgm:resizeHandles val="exact"/>
        </dgm:presLayoutVars>
      </dgm:prSet>
      <dgm:spPr/>
    </dgm:pt>
    <dgm:pt modelId="{52A1914B-718F-4066-A5A3-55449A945BCC}" type="pres">
      <dgm:prSet presAssocID="{2A252857-3396-4FDF-90A1-EBED693177A8}" presName="compNode" presStyleCnt="0"/>
      <dgm:spPr/>
    </dgm:pt>
    <dgm:pt modelId="{6641F2ED-279C-44D9-849F-D91655E688FF}" type="pres">
      <dgm:prSet presAssocID="{2A252857-3396-4FDF-90A1-EBED693177A8}" presName="bgRect" presStyleLbl="bgShp" presStyleIdx="0" presStyleCnt="4"/>
      <dgm:spPr/>
    </dgm:pt>
    <dgm:pt modelId="{8AA070F7-43DA-402E-8010-8D41CAFB9179}" type="pres">
      <dgm:prSet presAssocID="{2A252857-3396-4FDF-90A1-EBED693177A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797E2E25-26E4-4E68-AD31-F4726356E08B}" type="pres">
      <dgm:prSet presAssocID="{2A252857-3396-4FDF-90A1-EBED693177A8}" presName="spaceRect" presStyleCnt="0"/>
      <dgm:spPr/>
    </dgm:pt>
    <dgm:pt modelId="{A321E24F-5BC4-4C6A-A9EA-B4EA95672CDE}" type="pres">
      <dgm:prSet presAssocID="{2A252857-3396-4FDF-90A1-EBED693177A8}" presName="parTx" presStyleLbl="revTx" presStyleIdx="0" presStyleCnt="4">
        <dgm:presLayoutVars>
          <dgm:chMax val="0"/>
          <dgm:chPref val="0"/>
        </dgm:presLayoutVars>
      </dgm:prSet>
      <dgm:spPr/>
    </dgm:pt>
    <dgm:pt modelId="{5D148326-1CC4-4D7E-9717-6042CC1DA894}" type="pres">
      <dgm:prSet presAssocID="{3E205F28-23AA-43A4-AB73-AB547E147729}" presName="sibTrans" presStyleCnt="0"/>
      <dgm:spPr/>
    </dgm:pt>
    <dgm:pt modelId="{6A00443A-D9C8-41E2-B727-2FBA513E3991}" type="pres">
      <dgm:prSet presAssocID="{7287F805-3B47-45AC-A70D-7761ED386C64}" presName="compNode" presStyleCnt="0"/>
      <dgm:spPr/>
    </dgm:pt>
    <dgm:pt modelId="{29560783-AE01-42DA-B2B8-6A04993C3457}" type="pres">
      <dgm:prSet presAssocID="{7287F805-3B47-45AC-A70D-7761ED386C64}" presName="bgRect" presStyleLbl="bgShp" presStyleIdx="1" presStyleCnt="4"/>
      <dgm:spPr/>
    </dgm:pt>
    <dgm:pt modelId="{CF30B824-4641-440E-8845-B0FD2E87AD27}" type="pres">
      <dgm:prSet presAssocID="{7287F805-3B47-45AC-A70D-7761ED386C6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0D2BA0C7-44D4-4EFE-8DE2-499CDDBFD10D}" type="pres">
      <dgm:prSet presAssocID="{7287F805-3B47-45AC-A70D-7761ED386C64}" presName="spaceRect" presStyleCnt="0"/>
      <dgm:spPr/>
    </dgm:pt>
    <dgm:pt modelId="{532AC2D3-4C61-466F-AB9B-E1407F051799}" type="pres">
      <dgm:prSet presAssocID="{7287F805-3B47-45AC-A70D-7761ED386C64}" presName="parTx" presStyleLbl="revTx" presStyleIdx="1" presStyleCnt="4">
        <dgm:presLayoutVars>
          <dgm:chMax val="0"/>
          <dgm:chPref val="0"/>
        </dgm:presLayoutVars>
      </dgm:prSet>
      <dgm:spPr/>
    </dgm:pt>
    <dgm:pt modelId="{92F7E5D0-8FB7-43CE-AFC3-E2240EF9C61C}" type="pres">
      <dgm:prSet presAssocID="{4E6D4B88-9DEA-4F1C-AE88-5C2DAE9D4BFB}" presName="sibTrans" presStyleCnt="0"/>
      <dgm:spPr/>
    </dgm:pt>
    <dgm:pt modelId="{0184A0CC-F862-45EC-83B4-D5FAF3216DF5}" type="pres">
      <dgm:prSet presAssocID="{F5B29FD3-B088-406B-A19E-D6274E278EDA}" presName="compNode" presStyleCnt="0"/>
      <dgm:spPr/>
    </dgm:pt>
    <dgm:pt modelId="{6325266C-EFEE-42B4-8984-D7D36D017DD1}" type="pres">
      <dgm:prSet presAssocID="{F5B29FD3-B088-406B-A19E-D6274E278EDA}" presName="bgRect" presStyleLbl="bgShp" presStyleIdx="2" presStyleCnt="4"/>
      <dgm:spPr/>
    </dgm:pt>
    <dgm:pt modelId="{534BD23E-B7DC-44DB-AA6F-F4090D62E6D4}" type="pres">
      <dgm:prSet presAssocID="{F5B29FD3-B088-406B-A19E-D6274E278ED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DF5E9C7E-7620-4122-8BA3-C35445DC08AD}" type="pres">
      <dgm:prSet presAssocID="{F5B29FD3-B088-406B-A19E-D6274E278EDA}" presName="spaceRect" presStyleCnt="0"/>
      <dgm:spPr/>
    </dgm:pt>
    <dgm:pt modelId="{736A761A-5CB3-4444-8789-B5BDB5499940}" type="pres">
      <dgm:prSet presAssocID="{F5B29FD3-B088-406B-A19E-D6274E278EDA}" presName="parTx" presStyleLbl="revTx" presStyleIdx="2" presStyleCnt="4">
        <dgm:presLayoutVars>
          <dgm:chMax val="0"/>
          <dgm:chPref val="0"/>
        </dgm:presLayoutVars>
      </dgm:prSet>
      <dgm:spPr/>
    </dgm:pt>
    <dgm:pt modelId="{11B3AAF2-8C91-48C1-AE23-61AD6B64BCD2}" type="pres">
      <dgm:prSet presAssocID="{A3853149-7654-4AA2-9229-EC1131F98E5C}" presName="sibTrans" presStyleCnt="0"/>
      <dgm:spPr/>
    </dgm:pt>
    <dgm:pt modelId="{34E0E9BC-0C29-4BB0-AF5A-53A0118F598D}" type="pres">
      <dgm:prSet presAssocID="{3BEC541C-C96F-4BE1-B99F-F73C90279CDE}" presName="compNode" presStyleCnt="0"/>
      <dgm:spPr/>
    </dgm:pt>
    <dgm:pt modelId="{FD5FB182-283A-4507-AF0D-28EBF5F6D152}" type="pres">
      <dgm:prSet presAssocID="{3BEC541C-C96F-4BE1-B99F-F73C90279CDE}" presName="bgRect" presStyleLbl="bgShp" presStyleIdx="3" presStyleCnt="4"/>
      <dgm:spPr/>
    </dgm:pt>
    <dgm:pt modelId="{AD18DFC1-6412-463A-B2B5-DD763BC040E3}" type="pres">
      <dgm:prSet presAssocID="{3BEC541C-C96F-4BE1-B99F-F73C90279CD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9CE5A47E-26D3-4181-9A57-0ED378E075F8}" type="pres">
      <dgm:prSet presAssocID="{3BEC541C-C96F-4BE1-B99F-F73C90279CDE}" presName="spaceRect" presStyleCnt="0"/>
      <dgm:spPr/>
    </dgm:pt>
    <dgm:pt modelId="{C468EB28-9A1F-43FD-824B-76B83A12EACE}" type="pres">
      <dgm:prSet presAssocID="{3BEC541C-C96F-4BE1-B99F-F73C90279CD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47CBC1E-30D6-4878-A328-9E2FA1E805EE}" srcId="{71C530C8-6018-42E6-B9A8-5C62E3906775}" destId="{7287F805-3B47-45AC-A70D-7761ED386C64}" srcOrd="1" destOrd="0" parTransId="{FEFD90D2-4A9F-413C-80CA-FDCAB6D6C620}" sibTransId="{4E6D4B88-9DEA-4F1C-AE88-5C2DAE9D4BFB}"/>
    <dgm:cxn modelId="{252EE927-1FA7-49F9-9BD5-155C3DB8EBEE}" srcId="{71C530C8-6018-42E6-B9A8-5C62E3906775}" destId="{2A252857-3396-4FDF-90A1-EBED693177A8}" srcOrd="0" destOrd="0" parTransId="{1A457574-C1CB-4913-A5BC-3FF30EB694ED}" sibTransId="{3E205F28-23AA-43A4-AB73-AB547E147729}"/>
    <dgm:cxn modelId="{AE87292A-4D20-4B7A-A7AD-47E3156C3D48}" srcId="{71C530C8-6018-42E6-B9A8-5C62E3906775}" destId="{3BEC541C-C96F-4BE1-B99F-F73C90279CDE}" srcOrd="3" destOrd="0" parTransId="{A6DFC3F7-742C-4C3D-8C75-D4E7F9993DB8}" sibTransId="{690B09D8-6DCD-4879-A1BF-FB05539A9F7D}"/>
    <dgm:cxn modelId="{1119E531-4F70-4CD3-BCDD-65B4FDF7B71D}" type="presOf" srcId="{F5B29FD3-B088-406B-A19E-D6274E278EDA}" destId="{736A761A-5CB3-4444-8789-B5BDB5499940}" srcOrd="0" destOrd="0" presId="urn:microsoft.com/office/officeart/2018/2/layout/IconVerticalSolidList"/>
    <dgm:cxn modelId="{D6112973-D4C4-4CD0-8D02-900C36EB2046}" type="presOf" srcId="{3BEC541C-C96F-4BE1-B99F-F73C90279CDE}" destId="{C468EB28-9A1F-43FD-824B-76B83A12EACE}" srcOrd="0" destOrd="0" presId="urn:microsoft.com/office/officeart/2018/2/layout/IconVerticalSolidList"/>
    <dgm:cxn modelId="{378C1277-EAFA-4E74-8FEC-933B8EFBA1BF}" type="presOf" srcId="{71C530C8-6018-42E6-B9A8-5C62E3906775}" destId="{3D3A3378-9AA7-4C94-A602-28DE6B6E3335}" srcOrd="0" destOrd="0" presId="urn:microsoft.com/office/officeart/2018/2/layout/IconVerticalSolidList"/>
    <dgm:cxn modelId="{DC65E79E-3F1B-4178-94D3-36633F8BE69B}" type="presOf" srcId="{7287F805-3B47-45AC-A70D-7761ED386C64}" destId="{532AC2D3-4C61-466F-AB9B-E1407F051799}" srcOrd="0" destOrd="0" presId="urn:microsoft.com/office/officeart/2018/2/layout/IconVerticalSolidList"/>
    <dgm:cxn modelId="{9EC4F1CA-73A4-4ECD-9340-67E9CE2080D4}" type="presOf" srcId="{2A252857-3396-4FDF-90A1-EBED693177A8}" destId="{A321E24F-5BC4-4C6A-A9EA-B4EA95672CDE}" srcOrd="0" destOrd="0" presId="urn:microsoft.com/office/officeart/2018/2/layout/IconVerticalSolidList"/>
    <dgm:cxn modelId="{96DBA6FE-08F4-4133-8967-C5C138F95206}" srcId="{71C530C8-6018-42E6-B9A8-5C62E3906775}" destId="{F5B29FD3-B088-406B-A19E-D6274E278EDA}" srcOrd="2" destOrd="0" parTransId="{0ADEE0FF-6611-46F4-B9AB-714A767581D2}" sibTransId="{A3853149-7654-4AA2-9229-EC1131F98E5C}"/>
    <dgm:cxn modelId="{6AB993AF-F0F3-43A7-9D0F-66D08A27F881}" type="presParOf" srcId="{3D3A3378-9AA7-4C94-A602-28DE6B6E3335}" destId="{52A1914B-718F-4066-A5A3-55449A945BCC}" srcOrd="0" destOrd="0" presId="urn:microsoft.com/office/officeart/2018/2/layout/IconVerticalSolidList"/>
    <dgm:cxn modelId="{8C68DF46-80FC-4725-AC66-84188AD96012}" type="presParOf" srcId="{52A1914B-718F-4066-A5A3-55449A945BCC}" destId="{6641F2ED-279C-44D9-849F-D91655E688FF}" srcOrd="0" destOrd="0" presId="urn:microsoft.com/office/officeart/2018/2/layout/IconVerticalSolidList"/>
    <dgm:cxn modelId="{DB5F68FA-E122-4AF3-A184-05D3461022D0}" type="presParOf" srcId="{52A1914B-718F-4066-A5A3-55449A945BCC}" destId="{8AA070F7-43DA-402E-8010-8D41CAFB9179}" srcOrd="1" destOrd="0" presId="urn:microsoft.com/office/officeart/2018/2/layout/IconVerticalSolidList"/>
    <dgm:cxn modelId="{21669608-F2A5-434B-BE4C-47CE0597B510}" type="presParOf" srcId="{52A1914B-718F-4066-A5A3-55449A945BCC}" destId="{797E2E25-26E4-4E68-AD31-F4726356E08B}" srcOrd="2" destOrd="0" presId="urn:microsoft.com/office/officeart/2018/2/layout/IconVerticalSolidList"/>
    <dgm:cxn modelId="{B0D29E52-9374-4A18-8410-0C0F4C73F714}" type="presParOf" srcId="{52A1914B-718F-4066-A5A3-55449A945BCC}" destId="{A321E24F-5BC4-4C6A-A9EA-B4EA95672CDE}" srcOrd="3" destOrd="0" presId="urn:microsoft.com/office/officeart/2018/2/layout/IconVerticalSolidList"/>
    <dgm:cxn modelId="{EF4A71F4-5C57-4736-B08E-3B24E4ABA12E}" type="presParOf" srcId="{3D3A3378-9AA7-4C94-A602-28DE6B6E3335}" destId="{5D148326-1CC4-4D7E-9717-6042CC1DA894}" srcOrd="1" destOrd="0" presId="urn:microsoft.com/office/officeart/2018/2/layout/IconVerticalSolidList"/>
    <dgm:cxn modelId="{F1F98FDC-C53F-497C-8802-8F9C8612E897}" type="presParOf" srcId="{3D3A3378-9AA7-4C94-A602-28DE6B6E3335}" destId="{6A00443A-D9C8-41E2-B727-2FBA513E3991}" srcOrd="2" destOrd="0" presId="urn:microsoft.com/office/officeart/2018/2/layout/IconVerticalSolidList"/>
    <dgm:cxn modelId="{5FD74E23-0CB5-445F-A2C0-DA6D0603B5E7}" type="presParOf" srcId="{6A00443A-D9C8-41E2-B727-2FBA513E3991}" destId="{29560783-AE01-42DA-B2B8-6A04993C3457}" srcOrd="0" destOrd="0" presId="urn:microsoft.com/office/officeart/2018/2/layout/IconVerticalSolidList"/>
    <dgm:cxn modelId="{FB1ADB79-2F33-4F2B-9BCA-6AAB0780497D}" type="presParOf" srcId="{6A00443A-D9C8-41E2-B727-2FBA513E3991}" destId="{CF30B824-4641-440E-8845-B0FD2E87AD27}" srcOrd="1" destOrd="0" presId="urn:microsoft.com/office/officeart/2018/2/layout/IconVerticalSolidList"/>
    <dgm:cxn modelId="{F7DB2218-4B30-4F4E-BA59-E159D33A48F4}" type="presParOf" srcId="{6A00443A-D9C8-41E2-B727-2FBA513E3991}" destId="{0D2BA0C7-44D4-4EFE-8DE2-499CDDBFD10D}" srcOrd="2" destOrd="0" presId="urn:microsoft.com/office/officeart/2018/2/layout/IconVerticalSolidList"/>
    <dgm:cxn modelId="{B1EE2B65-A126-4B1F-A195-598B3AA8504D}" type="presParOf" srcId="{6A00443A-D9C8-41E2-B727-2FBA513E3991}" destId="{532AC2D3-4C61-466F-AB9B-E1407F051799}" srcOrd="3" destOrd="0" presId="urn:microsoft.com/office/officeart/2018/2/layout/IconVerticalSolidList"/>
    <dgm:cxn modelId="{F77A8E82-AC7B-4620-AC03-8A8FF3D22F46}" type="presParOf" srcId="{3D3A3378-9AA7-4C94-A602-28DE6B6E3335}" destId="{92F7E5D0-8FB7-43CE-AFC3-E2240EF9C61C}" srcOrd="3" destOrd="0" presId="urn:microsoft.com/office/officeart/2018/2/layout/IconVerticalSolidList"/>
    <dgm:cxn modelId="{81FDF6FC-2D70-4D36-9270-9E2F42FD76B2}" type="presParOf" srcId="{3D3A3378-9AA7-4C94-A602-28DE6B6E3335}" destId="{0184A0CC-F862-45EC-83B4-D5FAF3216DF5}" srcOrd="4" destOrd="0" presId="urn:microsoft.com/office/officeart/2018/2/layout/IconVerticalSolidList"/>
    <dgm:cxn modelId="{C47A552A-0E51-4D10-90AB-CC35E8884EF1}" type="presParOf" srcId="{0184A0CC-F862-45EC-83B4-D5FAF3216DF5}" destId="{6325266C-EFEE-42B4-8984-D7D36D017DD1}" srcOrd="0" destOrd="0" presId="urn:microsoft.com/office/officeart/2018/2/layout/IconVerticalSolidList"/>
    <dgm:cxn modelId="{4BE12939-E1E4-4782-9BB9-2C5496F7737E}" type="presParOf" srcId="{0184A0CC-F862-45EC-83B4-D5FAF3216DF5}" destId="{534BD23E-B7DC-44DB-AA6F-F4090D62E6D4}" srcOrd="1" destOrd="0" presId="urn:microsoft.com/office/officeart/2018/2/layout/IconVerticalSolidList"/>
    <dgm:cxn modelId="{E8B1E20D-D0A1-4EFD-B3C0-984A498FAC8B}" type="presParOf" srcId="{0184A0CC-F862-45EC-83B4-D5FAF3216DF5}" destId="{DF5E9C7E-7620-4122-8BA3-C35445DC08AD}" srcOrd="2" destOrd="0" presId="urn:microsoft.com/office/officeart/2018/2/layout/IconVerticalSolidList"/>
    <dgm:cxn modelId="{A8970692-0760-4571-901B-44BB5DF53515}" type="presParOf" srcId="{0184A0CC-F862-45EC-83B4-D5FAF3216DF5}" destId="{736A761A-5CB3-4444-8789-B5BDB5499940}" srcOrd="3" destOrd="0" presId="urn:microsoft.com/office/officeart/2018/2/layout/IconVerticalSolidList"/>
    <dgm:cxn modelId="{9FC2443A-AF8A-42EA-9BEF-48518F2BBB44}" type="presParOf" srcId="{3D3A3378-9AA7-4C94-A602-28DE6B6E3335}" destId="{11B3AAF2-8C91-48C1-AE23-61AD6B64BCD2}" srcOrd="5" destOrd="0" presId="urn:microsoft.com/office/officeart/2018/2/layout/IconVerticalSolidList"/>
    <dgm:cxn modelId="{8DD49E03-E2AF-4456-ADD7-C09350EAF43D}" type="presParOf" srcId="{3D3A3378-9AA7-4C94-A602-28DE6B6E3335}" destId="{34E0E9BC-0C29-4BB0-AF5A-53A0118F598D}" srcOrd="6" destOrd="0" presId="urn:microsoft.com/office/officeart/2018/2/layout/IconVerticalSolidList"/>
    <dgm:cxn modelId="{B7E23632-2AF6-48E9-9BD1-032F1414CA34}" type="presParOf" srcId="{34E0E9BC-0C29-4BB0-AF5A-53A0118F598D}" destId="{FD5FB182-283A-4507-AF0D-28EBF5F6D152}" srcOrd="0" destOrd="0" presId="urn:microsoft.com/office/officeart/2018/2/layout/IconVerticalSolidList"/>
    <dgm:cxn modelId="{3ABF1FCF-31DD-414D-AE87-3E899C90FB9D}" type="presParOf" srcId="{34E0E9BC-0C29-4BB0-AF5A-53A0118F598D}" destId="{AD18DFC1-6412-463A-B2B5-DD763BC040E3}" srcOrd="1" destOrd="0" presId="urn:microsoft.com/office/officeart/2018/2/layout/IconVerticalSolidList"/>
    <dgm:cxn modelId="{20D53F22-95AC-47DE-A043-C4B2D88B4F0A}" type="presParOf" srcId="{34E0E9BC-0C29-4BB0-AF5A-53A0118F598D}" destId="{9CE5A47E-26D3-4181-9A57-0ED378E075F8}" srcOrd="2" destOrd="0" presId="urn:microsoft.com/office/officeart/2018/2/layout/IconVerticalSolidList"/>
    <dgm:cxn modelId="{C69C6A5F-1354-46E8-9071-B01C5FAAC314}" type="presParOf" srcId="{34E0E9BC-0C29-4BB0-AF5A-53A0118F598D}" destId="{C468EB28-9A1F-43FD-824B-76B83A12EAC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95EEA96-1D4D-4D47-BE83-4D078968D18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5A98FCC-0569-459F-A868-B2A5C1E821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Use seaborn countplot on target column</a:t>
          </a:r>
        </a:p>
      </dgm:t>
    </dgm:pt>
    <dgm:pt modelId="{52C6ACAB-50C8-4FD5-A641-14A2B7805EBF}" type="parTrans" cxnId="{4CE76A1A-3347-42B6-9504-DF21A82F151E}">
      <dgm:prSet/>
      <dgm:spPr/>
      <dgm:t>
        <a:bodyPr/>
        <a:lstStyle/>
        <a:p>
          <a:endParaRPr lang="en-US"/>
        </a:p>
      </dgm:t>
    </dgm:pt>
    <dgm:pt modelId="{66E1A9D1-9A5D-4E48-9541-317589655923}" type="sibTrans" cxnId="{4CE76A1A-3347-42B6-9504-DF21A82F151E}">
      <dgm:prSet/>
      <dgm:spPr/>
      <dgm:t>
        <a:bodyPr/>
        <a:lstStyle/>
        <a:p>
          <a:endParaRPr lang="en-US"/>
        </a:p>
      </dgm:t>
    </dgm:pt>
    <dgm:pt modelId="{C8E7E19F-F565-43D8-93FB-DDDC9D2256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Purpose: Show dataset imbalance BEFORE preprocessing</a:t>
          </a:r>
        </a:p>
      </dgm:t>
    </dgm:pt>
    <dgm:pt modelId="{7F720DC4-485D-40D1-9B1B-329CD378788F}" type="parTrans" cxnId="{6B685FD8-6795-4F68-B627-4FAD51BD9258}">
      <dgm:prSet/>
      <dgm:spPr/>
      <dgm:t>
        <a:bodyPr/>
        <a:lstStyle/>
        <a:p>
          <a:endParaRPr lang="en-US"/>
        </a:p>
      </dgm:t>
    </dgm:pt>
    <dgm:pt modelId="{73B50CB0-22CE-493A-BC43-FCFE1245E397}" type="sibTrans" cxnId="{6B685FD8-6795-4F68-B627-4FAD51BD9258}">
      <dgm:prSet/>
      <dgm:spPr/>
      <dgm:t>
        <a:bodyPr/>
        <a:lstStyle/>
        <a:p>
          <a:endParaRPr lang="en-US"/>
        </a:p>
      </dgm:t>
    </dgm:pt>
    <dgm:pt modelId="{993BB1D6-C6DE-4CDC-A7D4-C5670FC35E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Sets baseline for later balancing</a:t>
          </a:r>
        </a:p>
      </dgm:t>
    </dgm:pt>
    <dgm:pt modelId="{D9A79E1B-8CE7-4C5D-9204-512AE914C235}" type="parTrans" cxnId="{369840EA-2507-4CE5-AEA2-0DDBA67CE4BE}">
      <dgm:prSet/>
      <dgm:spPr/>
      <dgm:t>
        <a:bodyPr/>
        <a:lstStyle/>
        <a:p>
          <a:endParaRPr lang="en-US"/>
        </a:p>
      </dgm:t>
    </dgm:pt>
    <dgm:pt modelId="{025E7A00-4FF7-4C7F-9C56-53AE31D94969}" type="sibTrans" cxnId="{369840EA-2507-4CE5-AEA2-0DDBA67CE4BE}">
      <dgm:prSet/>
      <dgm:spPr/>
      <dgm:t>
        <a:bodyPr/>
        <a:lstStyle/>
        <a:p>
          <a:endParaRPr lang="en-US"/>
        </a:p>
      </dgm:t>
    </dgm:pt>
    <dgm:pt modelId="{B8249779-46F7-40C6-B9B7-265C32304A59}" type="pres">
      <dgm:prSet presAssocID="{D95EEA96-1D4D-4D47-BE83-4D078968D180}" presName="root" presStyleCnt="0">
        <dgm:presLayoutVars>
          <dgm:dir/>
          <dgm:resizeHandles val="exact"/>
        </dgm:presLayoutVars>
      </dgm:prSet>
      <dgm:spPr/>
    </dgm:pt>
    <dgm:pt modelId="{EA513772-D96E-4849-BFDF-CE7DE403391E}" type="pres">
      <dgm:prSet presAssocID="{85A98FCC-0569-459F-A868-B2A5C1E8211A}" presName="compNode" presStyleCnt="0"/>
      <dgm:spPr/>
    </dgm:pt>
    <dgm:pt modelId="{9587D5B4-A642-473F-BF34-6844CBCABE7E}" type="pres">
      <dgm:prSet presAssocID="{85A98FCC-0569-459F-A868-B2A5C1E8211A}" presName="bgRect" presStyleLbl="bgShp" presStyleIdx="0" presStyleCnt="3"/>
      <dgm:spPr/>
    </dgm:pt>
    <dgm:pt modelId="{750B5C78-E2D6-4811-BF2F-03D2C6A0E740}" type="pres">
      <dgm:prSet presAssocID="{85A98FCC-0569-459F-A868-B2A5C1E8211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AB0955B7-C82A-46A2-A535-343D1CAC83A9}" type="pres">
      <dgm:prSet presAssocID="{85A98FCC-0569-459F-A868-B2A5C1E8211A}" presName="spaceRect" presStyleCnt="0"/>
      <dgm:spPr/>
    </dgm:pt>
    <dgm:pt modelId="{FC41B981-AE5E-4AB3-9B51-6F7ADC84F86A}" type="pres">
      <dgm:prSet presAssocID="{85A98FCC-0569-459F-A868-B2A5C1E8211A}" presName="parTx" presStyleLbl="revTx" presStyleIdx="0" presStyleCnt="3">
        <dgm:presLayoutVars>
          <dgm:chMax val="0"/>
          <dgm:chPref val="0"/>
        </dgm:presLayoutVars>
      </dgm:prSet>
      <dgm:spPr/>
    </dgm:pt>
    <dgm:pt modelId="{BABDEFE6-9F92-4BE4-B29B-2D006E963EC0}" type="pres">
      <dgm:prSet presAssocID="{66E1A9D1-9A5D-4E48-9541-317589655923}" presName="sibTrans" presStyleCnt="0"/>
      <dgm:spPr/>
    </dgm:pt>
    <dgm:pt modelId="{BCBA2E9E-1337-425B-A7B0-4E4062A4E109}" type="pres">
      <dgm:prSet presAssocID="{C8E7E19F-F565-43D8-93FB-DDDC9D2256C0}" presName="compNode" presStyleCnt="0"/>
      <dgm:spPr/>
    </dgm:pt>
    <dgm:pt modelId="{18B0326E-AA74-469F-AF7A-1AAEEE460D0A}" type="pres">
      <dgm:prSet presAssocID="{C8E7E19F-F565-43D8-93FB-DDDC9D2256C0}" presName="bgRect" presStyleLbl="bgShp" presStyleIdx="1" presStyleCnt="3"/>
      <dgm:spPr/>
    </dgm:pt>
    <dgm:pt modelId="{7C6605B9-94B9-4256-A1F1-A8884564E462}" type="pres">
      <dgm:prSet presAssocID="{C8E7E19F-F565-43D8-93FB-DDDC9D2256C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38D4FCA-BDE5-4002-9E5B-D07F46EF4977}" type="pres">
      <dgm:prSet presAssocID="{C8E7E19F-F565-43D8-93FB-DDDC9D2256C0}" presName="spaceRect" presStyleCnt="0"/>
      <dgm:spPr/>
    </dgm:pt>
    <dgm:pt modelId="{1568D598-B1F7-42ED-AC03-9836C0176C71}" type="pres">
      <dgm:prSet presAssocID="{C8E7E19F-F565-43D8-93FB-DDDC9D2256C0}" presName="parTx" presStyleLbl="revTx" presStyleIdx="1" presStyleCnt="3">
        <dgm:presLayoutVars>
          <dgm:chMax val="0"/>
          <dgm:chPref val="0"/>
        </dgm:presLayoutVars>
      </dgm:prSet>
      <dgm:spPr/>
    </dgm:pt>
    <dgm:pt modelId="{65F6E6FD-91C8-436C-B084-F0F4C4A8DC15}" type="pres">
      <dgm:prSet presAssocID="{73B50CB0-22CE-493A-BC43-FCFE1245E397}" presName="sibTrans" presStyleCnt="0"/>
      <dgm:spPr/>
    </dgm:pt>
    <dgm:pt modelId="{89998AE8-31B2-4018-A07F-4C1D31D6A175}" type="pres">
      <dgm:prSet presAssocID="{993BB1D6-C6DE-4CDC-A7D4-C5670FC35E2B}" presName="compNode" presStyleCnt="0"/>
      <dgm:spPr/>
    </dgm:pt>
    <dgm:pt modelId="{DE0F4DFC-D647-4A50-BA69-C7DB5E00E206}" type="pres">
      <dgm:prSet presAssocID="{993BB1D6-C6DE-4CDC-A7D4-C5670FC35E2B}" presName="bgRect" presStyleLbl="bgShp" presStyleIdx="2" presStyleCnt="3"/>
      <dgm:spPr/>
    </dgm:pt>
    <dgm:pt modelId="{C17889B9-91DE-42FB-AAE7-5DB051E6ECB4}" type="pres">
      <dgm:prSet presAssocID="{993BB1D6-C6DE-4CDC-A7D4-C5670FC35E2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6FF6729D-3303-454E-9145-60D2FA3A6118}" type="pres">
      <dgm:prSet presAssocID="{993BB1D6-C6DE-4CDC-A7D4-C5670FC35E2B}" presName="spaceRect" presStyleCnt="0"/>
      <dgm:spPr/>
    </dgm:pt>
    <dgm:pt modelId="{2CCD82F1-365D-48FC-B80C-309A44AADF1B}" type="pres">
      <dgm:prSet presAssocID="{993BB1D6-C6DE-4CDC-A7D4-C5670FC35E2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CE76A1A-3347-42B6-9504-DF21A82F151E}" srcId="{D95EEA96-1D4D-4D47-BE83-4D078968D180}" destId="{85A98FCC-0569-459F-A868-B2A5C1E8211A}" srcOrd="0" destOrd="0" parTransId="{52C6ACAB-50C8-4FD5-A641-14A2B7805EBF}" sibTransId="{66E1A9D1-9A5D-4E48-9541-317589655923}"/>
    <dgm:cxn modelId="{8516F439-FBE2-4AFB-B847-2816B1DD4E4D}" type="presOf" srcId="{993BB1D6-C6DE-4CDC-A7D4-C5670FC35E2B}" destId="{2CCD82F1-365D-48FC-B80C-309A44AADF1B}" srcOrd="0" destOrd="0" presId="urn:microsoft.com/office/officeart/2018/2/layout/IconVerticalSolidList"/>
    <dgm:cxn modelId="{BB19915F-A62F-4D83-8FBF-9455868FF890}" type="presOf" srcId="{C8E7E19F-F565-43D8-93FB-DDDC9D2256C0}" destId="{1568D598-B1F7-42ED-AC03-9836C0176C71}" srcOrd="0" destOrd="0" presId="urn:microsoft.com/office/officeart/2018/2/layout/IconVerticalSolidList"/>
    <dgm:cxn modelId="{6B685FD8-6795-4F68-B627-4FAD51BD9258}" srcId="{D95EEA96-1D4D-4D47-BE83-4D078968D180}" destId="{C8E7E19F-F565-43D8-93FB-DDDC9D2256C0}" srcOrd="1" destOrd="0" parTransId="{7F720DC4-485D-40D1-9B1B-329CD378788F}" sibTransId="{73B50CB0-22CE-493A-BC43-FCFE1245E397}"/>
    <dgm:cxn modelId="{369840EA-2507-4CE5-AEA2-0DDBA67CE4BE}" srcId="{D95EEA96-1D4D-4D47-BE83-4D078968D180}" destId="{993BB1D6-C6DE-4CDC-A7D4-C5670FC35E2B}" srcOrd="2" destOrd="0" parTransId="{D9A79E1B-8CE7-4C5D-9204-512AE914C235}" sibTransId="{025E7A00-4FF7-4C7F-9C56-53AE31D94969}"/>
    <dgm:cxn modelId="{553EABF0-ACE9-4333-A151-1188CC0712BF}" type="presOf" srcId="{D95EEA96-1D4D-4D47-BE83-4D078968D180}" destId="{B8249779-46F7-40C6-B9B7-265C32304A59}" srcOrd="0" destOrd="0" presId="urn:microsoft.com/office/officeart/2018/2/layout/IconVerticalSolidList"/>
    <dgm:cxn modelId="{5FDA16FD-32DE-4C0C-A6D9-3098FDD2AD67}" type="presOf" srcId="{85A98FCC-0569-459F-A868-B2A5C1E8211A}" destId="{FC41B981-AE5E-4AB3-9B51-6F7ADC84F86A}" srcOrd="0" destOrd="0" presId="urn:microsoft.com/office/officeart/2018/2/layout/IconVerticalSolidList"/>
    <dgm:cxn modelId="{04872B57-02CD-45F6-90C4-A2CEADB43BC6}" type="presParOf" srcId="{B8249779-46F7-40C6-B9B7-265C32304A59}" destId="{EA513772-D96E-4849-BFDF-CE7DE403391E}" srcOrd="0" destOrd="0" presId="urn:microsoft.com/office/officeart/2018/2/layout/IconVerticalSolidList"/>
    <dgm:cxn modelId="{903D691F-C4FE-4F8B-A44D-0284A4743538}" type="presParOf" srcId="{EA513772-D96E-4849-BFDF-CE7DE403391E}" destId="{9587D5B4-A642-473F-BF34-6844CBCABE7E}" srcOrd="0" destOrd="0" presId="urn:microsoft.com/office/officeart/2018/2/layout/IconVerticalSolidList"/>
    <dgm:cxn modelId="{91B80C51-BD57-4299-84F2-E020579D7A63}" type="presParOf" srcId="{EA513772-D96E-4849-BFDF-CE7DE403391E}" destId="{750B5C78-E2D6-4811-BF2F-03D2C6A0E740}" srcOrd="1" destOrd="0" presId="urn:microsoft.com/office/officeart/2018/2/layout/IconVerticalSolidList"/>
    <dgm:cxn modelId="{D57EE23D-22F7-4691-8F1D-1795D9F42711}" type="presParOf" srcId="{EA513772-D96E-4849-BFDF-CE7DE403391E}" destId="{AB0955B7-C82A-46A2-A535-343D1CAC83A9}" srcOrd="2" destOrd="0" presId="urn:microsoft.com/office/officeart/2018/2/layout/IconVerticalSolidList"/>
    <dgm:cxn modelId="{08E20598-0E3F-4DE2-B68B-9117D6456216}" type="presParOf" srcId="{EA513772-D96E-4849-BFDF-CE7DE403391E}" destId="{FC41B981-AE5E-4AB3-9B51-6F7ADC84F86A}" srcOrd="3" destOrd="0" presId="urn:microsoft.com/office/officeart/2018/2/layout/IconVerticalSolidList"/>
    <dgm:cxn modelId="{B44E2C5E-EC8B-4339-833B-7A261D4975D4}" type="presParOf" srcId="{B8249779-46F7-40C6-B9B7-265C32304A59}" destId="{BABDEFE6-9F92-4BE4-B29B-2D006E963EC0}" srcOrd="1" destOrd="0" presId="urn:microsoft.com/office/officeart/2018/2/layout/IconVerticalSolidList"/>
    <dgm:cxn modelId="{4C479AA8-2802-4C4F-8CF6-CB13AEB0B9A2}" type="presParOf" srcId="{B8249779-46F7-40C6-B9B7-265C32304A59}" destId="{BCBA2E9E-1337-425B-A7B0-4E4062A4E109}" srcOrd="2" destOrd="0" presId="urn:microsoft.com/office/officeart/2018/2/layout/IconVerticalSolidList"/>
    <dgm:cxn modelId="{90718B43-8B46-4E0F-BEA3-012766CCE1D2}" type="presParOf" srcId="{BCBA2E9E-1337-425B-A7B0-4E4062A4E109}" destId="{18B0326E-AA74-469F-AF7A-1AAEEE460D0A}" srcOrd="0" destOrd="0" presId="urn:microsoft.com/office/officeart/2018/2/layout/IconVerticalSolidList"/>
    <dgm:cxn modelId="{B008F7F8-454C-406E-BB51-8E1689D82203}" type="presParOf" srcId="{BCBA2E9E-1337-425B-A7B0-4E4062A4E109}" destId="{7C6605B9-94B9-4256-A1F1-A8884564E462}" srcOrd="1" destOrd="0" presId="urn:microsoft.com/office/officeart/2018/2/layout/IconVerticalSolidList"/>
    <dgm:cxn modelId="{D98C7EAD-F83D-4E54-A5A8-62146E58EEE7}" type="presParOf" srcId="{BCBA2E9E-1337-425B-A7B0-4E4062A4E109}" destId="{138D4FCA-BDE5-4002-9E5B-D07F46EF4977}" srcOrd="2" destOrd="0" presId="urn:microsoft.com/office/officeart/2018/2/layout/IconVerticalSolidList"/>
    <dgm:cxn modelId="{D144F477-6BDF-463D-B89A-2A1CDD8286DD}" type="presParOf" srcId="{BCBA2E9E-1337-425B-A7B0-4E4062A4E109}" destId="{1568D598-B1F7-42ED-AC03-9836C0176C71}" srcOrd="3" destOrd="0" presId="urn:microsoft.com/office/officeart/2018/2/layout/IconVerticalSolidList"/>
    <dgm:cxn modelId="{45010FC8-6E21-4A1B-AA9C-769A9AA48D1F}" type="presParOf" srcId="{B8249779-46F7-40C6-B9B7-265C32304A59}" destId="{65F6E6FD-91C8-436C-B084-F0F4C4A8DC15}" srcOrd="3" destOrd="0" presId="urn:microsoft.com/office/officeart/2018/2/layout/IconVerticalSolidList"/>
    <dgm:cxn modelId="{8FFFC292-279E-48DF-BCB2-B4AA45315407}" type="presParOf" srcId="{B8249779-46F7-40C6-B9B7-265C32304A59}" destId="{89998AE8-31B2-4018-A07F-4C1D31D6A175}" srcOrd="4" destOrd="0" presId="urn:microsoft.com/office/officeart/2018/2/layout/IconVerticalSolidList"/>
    <dgm:cxn modelId="{DDDBE5E0-AB0B-480D-85B0-19657924770B}" type="presParOf" srcId="{89998AE8-31B2-4018-A07F-4C1D31D6A175}" destId="{DE0F4DFC-D647-4A50-BA69-C7DB5E00E206}" srcOrd="0" destOrd="0" presId="urn:microsoft.com/office/officeart/2018/2/layout/IconVerticalSolidList"/>
    <dgm:cxn modelId="{D4B415E5-4903-4A06-A681-7E6F35CCF997}" type="presParOf" srcId="{89998AE8-31B2-4018-A07F-4C1D31D6A175}" destId="{C17889B9-91DE-42FB-AAE7-5DB051E6ECB4}" srcOrd="1" destOrd="0" presId="urn:microsoft.com/office/officeart/2018/2/layout/IconVerticalSolidList"/>
    <dgm:cxn modelId="{8308ED7F-0E53-48F8-BFBE-7925888D95F1}" type="presParOf" srcId="{89998AE8-31B2-4018-A07F-4C1D31D6A175}" destId="{6FF6729D-3303-454E-9145-60D2FA3A6118}" srcOrd="2" destOrd="0" presId="urn:microsoft.com/office/officeart/2018/2/layout/IconVerticalSolidList"/>
    <dgm:cxn modelId="{084321A1-00EF-4DD1-A81E-6AE0010FE51D}" type="presParOf" srcId="{89998AE8-31B2-4018-A07F-4C1D31D6A175}" destId="{2CCD82F1-365D-48FC-B80C-309A44AADF1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1B01620-475E-4286-895E-6F0CE0772D5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8701451-C45F-44B8-B1AC-7F3B95DE01D2}">
      <dgm:prSet/>
      <dgm:spPr/>
      <dgm:t>
        <a:bodyPr/>
        <a:lstStyle/>
        <a:p>
          <a:r>
            <a:rPr lang="en-US"/>
            <a:t>• Detect missing values per column</a:t>
          </a:r>
        </a:p>
      </dgm:t>
    </dgm:pt>
    <dgm:pt modelId="{CD2893C4-6AAE-4C11-8A40-27FFD699065B}" type="parTrans" cxnId="{1F4E93D1-4341-487D-8F91-0A8889345CA1}">
      <dgm:prSet/>
      <dgm:spPr/>
      <dgm:t>
        <a:bodyPr/>
        <a:lstStyle/>
        <a:p>
          <a:endParaRPr lang="en-US"/>
        </a:p>
      </dgm:t>
    </dgm:pt>
    <dgm:pt modelId="{EEF8D060-D61B-4006-91A5-9AF67EE1E83D}" type="sibTrans" cxnId="{1F4E93D1-4341-487D-8F91-0A8889345CA1}">
      <dgm:prSet/>
      <dgm:spPr/>
      <dgm:t>
        <a:bodyPr/>
        <a:lstStyle/>
        <a:p>
          <a:endParaRPr lang="en-US"/>
        </a:p>
      </dgm:t>
    </dgm:pt>
    <dgm:pt modelId="{555DF7FC-0542-4E5C-929E-B31D5964A665}">
      <dgm:prSet/>
      <dgm:spPr/>
      <dgm:t>
        <a:bodyPr/>
        <a:lstStyle/>
        <a:p>
          <a:r>
            <a:rPr lang="en-US"/>
            <a:t>• Remove duplicates</a:t>
          </a:r>
        </a:p>
      </dgm:t>
    </dgm:pt>
    <dgm:pt modelId="{8BC61A8F-B048-4017-B5C4-09D6C90A35ED}" type="parTrans" cxnId="{6E7432A4-6C9B-4D04-B86C-27EBD4FE0487}">
      <dgm:prSet/>
      <dgm:spPr/>
      <dgm:t>
        <a:bodyPr/>
        <a:lstStyle/>
        <a:p>
          <a:endParaRPr lang="en-US"/>
        </a:p>
      </dgm:t>
    </dgm:pt>
    <dgm:pt modelId="{6FA8D22F-6537-4E61-B401-17F58DEA6DD1}" type="sibTrans" cxnId="{6E7432A4-6C9B-4D04-B86C-27EBD4FE0487}">
      <dgm:prSet/>
      <dgm:spPr/>
      <dgm:t>
        <a:bodyPr/>
        <a:lstStyle/>
        <a:p>
          <a:endParaRPr lang="en-US"/>
        </a:p>
      </dgm:t>
    </dgm:pt>
    <dgm:pt modelId="{70A95593-89BA-4595-9DF8-B449C88CD38A}">
      <dgm:prSet/>
      <dgm:spPr/>
      <dgm:t>
        <a:bodyPr/>
        <a:lstStyle/>
        <a:p>
          <a:r>
            <a:rPr lang="en-US"/>
            <a:t>• Purpose: Improve dataset quality</a:t>
          </a:r>
        </a:p>
      </dgm:t>
    </dgm:pt>
    <dgm:pt modelId="{CBE8FE52-1491-487A-8A46-666F17CE1100}" type="parTrans" cxnId="{C654CBA9-2468-45DA-BD27-A688070B245E}">
      <dgm:prSet/>
      <dgm:spPr/>
      <dgm:t>
        <a:bodyPr/>
        <a:lstStyle/>
        <a:p>
          <a:endParaRPr lang="en-US"/>
        </a:p>
      </dgm:t>
    </dgm:pt>
    <dgm:pt modelId="{BB32FF0A-6131-4707-81D7-07F4AC7CD3AC}" type="sibTrans" cxnId="{C654CBA9-2468-45DA-BD27-A688070B245E}">
      <dgm:prSet/>
      <dgm:spPr/>
      <dgm:t>
        <a:bodyPr/>
        <a:lstStyle/>
        <a:p>
          <a:endParaRPr lang="en-US"/>
        </a:p>
      </dgm:t>
    </dgm:pt>
    <dgm:pt modelId="{E5DDDBD4-0F8A-448E-A21F-A74F8F1D3B75}">
      <dgm:prSet/>
      <dgm:spPr/>
      <dgm:t>
        <a:bodyPr/>
        <a:lstStyle/>
        <a:p>
          <a:r>
            <a:rPr lang="en-US"/>
            <a:t>• Why: Missing/duplicate values distort ML performance</a:t>
          </a:r>
        </a:p>
      </dgm:t>
    </dgm:pt>
    <dgm:pt modelId="{4D574609-C8DC-4583-AE62-B57BE1D4C324}" type="parTrans" cxnId="{0BB85310-00B1-467D-A03C-488C29D2210F}">
      <dgm:prSet/>
      <dgm:spPr/>
      <dgm:t>
        <a:bodyPr/>
        <a:lstStyle/>
        <a:p>
          <a:endParaRPr lang="en-US"/>
        </a:p>
      </dgm:t>
    </dgm:pt>
    <dgm:pt modelId="{650C0D24-EB4F-4CF9-8AD2-EC247DB4A615}" type="sibTrans" cxnId="{0BB85310-00B1-467D-A03C-488C29D2210F}">
      <dgm:prSet/>
      <dgm:spPr/>
      <dgm:t>
        <a:bodyPr/>
        <a:lstStyle/>
        <a:p>
          <a:endParaRPr lang="en-US"/>
        </a:p>
      </dgm:t>
    </dgm:pt>
    <dgm:pt modelId="{2CD2BB01-8169-4224-B467-3E13F7463D0A}" type="pres">
      <dgm:prSet presAssocID="{81B01620-475E-4286-895E-6F0CE0772D58}" presName="linear" presStyleCnt="0">
        <dgm:presLayoutVars>
          <dgm:animLvl val="lvl"/>
          <dgm:resizeHandles val="exact"/>
        </dgm:presLayoutVars>
      </dgm:prSet>
      <dgm:spPr/>
    </dgm:pt>
    <dgm:pt modelId="{1DCD8776-C056-4AE3-87EC-854C7DA11A07}" type="pres">
      <dgm:prSet presAssocID="{D8701451-C45F-44B8-B1AC-7F3B95DE01D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F3568AA-578C-4AD6-897F-E0CBE10C7C43}" type="pres">
      <dgm:prSet presAssocID="{EEF8D060-D61B-4006-91A5-9AF67EE1E83D}" presName="spacer" presStyleCnt="0"/>
      <dgm:spPr/>
    </dgm:pt>
    <dgm:pt modelId="{081AADC7-C0EA-428C-9A81-E72FE72C274E}" type="pres">
      <dgm:prSet presAssocID="{555DF7FC-0542-4E5C-929E-B31D5964A66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217640B-6D1C-4ADE-9988-19BF8CCB0D11}" type="pres">
      <dgm:prSet presAssocID="{6FA8D22F-6537-4E61-B401-17F58DEA6DD1}" presName="spacer" presStyleCnt="0"/>
      <dgm:spPr/>
    </dgm:pt>
    <dgm:pt modelId="{B008BDB9-2BBA-4EE5-A1B3-CA2B6E0044F8}" type="pres">
      <dgm:prSet presAssocID="{70A95593-89BA-4595-9DF8-B449C88CD38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F13A0EE-26D6-49E7-9461-20A1EEA2B932}" type="pres">
      <dgm:prSet presAssocID="{BB32FF0A-6131-4707-81D7-07F4AC7CD3AC}" presName="spacer" presStyleCnt="0"/>
      <dgm:spPr/>
    </dgm:pt>
    <dgm:pt modelId="{13D35A41-6734-4898-B07F-5AD77D410A84}" type="pres">
      <dgm:prSet presAssocID="{E5DDDBD4-0F8A-448E-A21F-A74F8F1D3B7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BB85310-00B1-467D-A03C-488C29D2210F}" srcId="{81B01620-475E-4286-895E-6F0CE0772D58}" destId="{E5DDDBD4-0F8A-448E-A21F-A74F8F1D3B75}" srcOrd="3" destOrd="0" parTransId="{4D574609-C8DC-4583-AE62-B57BE1D4C324}" sibTransId="{650C0D24-EB4F-4CF9-8AD2-EC247DB4A615}"/>
    <dgm:cxn modelId="{594E6D2E-0516-4419-885A-60A34CDF238B}" type="presOf" srcId="{81B01620-475E-4286-895E-6F0CE0772D58}" destId="{2CD2BB01-8169-4224-B467-3E13F7463D0A}" srcOrd="0" destOrd="0" presId="urn:microsoft.com/office/officeart/2005/8/layout/vList2"/>
    <dgm:cxn modelId="{0571E761-7919-4015-8B7F-F13F4406114D}" type="presOf" srcId="{D8701451-C45F-44B8-B1AC-7F3B95DE01D2}" destId="{1DCD8776-C056-4AE3-87EC-854C7DA11A07}" srcOrd="0" destOrd="0" presId="urn:microsoft.com/office/officeart/2005/8/layout/vList2"/>
    <dgm:cxn modelId="{B5EE024B-E7DD-428D-803B-39368F7F6580}" type="presOf" srcId="{70A95593-89BA-4595-9DF8-B449C88CD38A}" destId="{B008BDB9-2BBA-4EE5-A1B3-CA2B6E0044F8}" srcOrd="0" destOrd="0" presId="urn:microsoft.com/office/officeart/2005/8/layout/vList2"/>
    <dgm:cxn modelId="{6E7432A4-6C9B-4D04-B86C-27EBD4FE0487}" srcId="{81B01620-475E-4286-895E-6F0CE0772D58}" destId="{555DF7FC-0542-4E5C-929E-B31D5964A665}" srcOrd="1" destOrd="0" parTransId="{8BC61A8F-B048-4017-B5C4-09D6C90A35ED}" sibTransId="{6FA8D22F-6537-4E61-B401-17F58DEA6DD1}"/>
    <dgm:cxn modelId="{C654CBA9-2468-45DA-BD27-A688070B245E}" srcId="{81B01620-475E-4286-895E-6F0CE0772D58}" destId="{70A95593-89BA-4595-9DF8-B449C88CD38A}" srcOrd="2" destOrd="0" parTransId="{CBE8FE52-1491-487A-8A46-666F17CE1100}" sibTransId="{BB32FF0A-6131-4707-81D7-07F4AC7CD3AC}"/>
    <dgm:cxn modelId="{59941EC3-6972-4AD4-A332-B7068BA2BF47}" type="presOf" srcId="{E5DDDBD4-0F8A-448E-A21F-A74F8F1D3B75}" destId="{13D35A41-6734-4898-B07F-5AD77D410A84}" srcOrd="0" destOrd="0" presId="urn:microsoft.com/office/officeart/2005/8/layout/vList2"/>
    <dgm:cxn modelId="{1F4E93D1-4341-487D-8F91-0A8889345CA1}" srcId="{81B01620-475E-4286-895E-6F0CE0772D58}" destId="{D8701451-C45F-44B8-B1AC-7F3B95DE01D2}" srcOrd="0" destOrd="0" parTransId="{CD2893C4-6AAE-4C11-8A40-27FFD699065B}" sibTransId="{EEF8D060-D61B-4006-91A5-9AF67EE1E83D}"/>
    <dgm:cxn modelId="{9D3423F3-CC1D-4D6A-9971-2CD5D6FD4A37}" type="presOf" srcId="{555DF7FC-0542-4E5C-929E-B31D5964A665}" destId="{081AADC7-C0EA-428C-9A81-E72FE72C274E}" srcOrd="0" destOrd="0" presId="urn:microsoft.com/office/officeart/2005/8/layout/vList2"/>
    <dgm:cxn modelId="{435FF433-0410-4AD7-BCDA-28E8EB4957D4}" type="presParOf" srcId="{2CD2BB01-8169-4224-B467-3E13F7463D0A}" destId="{1DCD8776-C056-4AE3-87EC-854C7DA11A07}" srcOrd="0" destOrd="0" presId="urn:microsoft.com/office/officeart/2005/8/layout/vList2"/>
    <dgm:cxn modelId="{AF6B7724-CDFC-4D05-AF8B-414263B92AA9}" type="presParOf" srcId="{2CD2BB01-8169-4224-B467-3E13F7463D0A}" destId="{0F3568AA-578C-4AD6-897F-E0CBE10C7C43}" srcOrd="1" destOrd="0" presId="urn:microsoft.com/office/officeart/2005/8/layout/vList2"/>
    <dgm:cxn modelId="{D06B99D0-0455-4461-897D-8A1FE6D73926}" type="presParOf" srcId="{2CD2BB01-8169-4224-B467-3E13F7463D0A}" destId="{081AADC7-C0EA-428C-9A81-E72FE72C274E}" srcOrd="2" destOrd="0" presId="urn:microsoft.com/office/officeart/2005/8/layout/vList2"/>
    <dgm:cxn modelId="{6931853F-EA2E-4ED6-BF23-E8DEE04DC653}" type="presParOf" srcId="{2CD2BB01-8169-4224-B467-3E13F7463D0A}" destId="{4217640B-6D1C-4ADE-9988-19BF8CCB0D11}" srcOrd="3" destOrd="0" presId="urn:microsoft.com/office/officeart/2005/8/layout/vList2"/>
    <dgm:cxn modelId="{D28C0B86-FA0C-43D2-B359-324EBF2B0DA9}" type="presParOf" srcId="{2CD2BB01-8169-4224-B467-3E13F7463D0A}" destId="{B008BDB9-2BBA-4EE5-A1B3-CA2B6E0044F8}" srcOrd="4" destOrd="0" presId="urn:microsoft.com/office/officeart/2005/8/layout/vList2"/>
    <dgm:cxn modelId="{8938141D-BF2D-4366-AE7E-D47457D08B73}" type="presParOf" srcId="{2CD2BB01-8169-4224-B467-3E13F7463D0A}" destId="{8F13A0EE-26D6-49E7-9461-20A1EEA2B932}" srcOrd="5" destOrd="0" presId="urn:microsoft.com/office/officeart/2005/8/layout/vList2"/>
    <dgm:cxn modelId="{C1D915E7-8D89-4912-8577-70F3BA0DA5B8}" type="presParOf" srcId="{2CD2BB01-8169-4224-B467-3E13F7463D0A}" destId="{13D35A41-6734-4898-B07F-5AD77D410A8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E071EE1-00FB-4C8F-BF69-22BF729B246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AAEF323-55FB-4CF9-94B0-DE5A2E2D8ABD}">
      <dgm:prSet/>
      <dgm:spPr/>
      <dgm:t>
        <a:bodyPr/>
        <a:lstStyle/>
        <a:p>
          <a:r>
            <a:rPr lang="en-US"/>
            <a:t>• Convert strings to lowercase</a:t>
          </a:r>
        </a:p>
      </dgm:t>
    </dgm:pt>
    <dgm:pt modelId="{CBCFFE82-1C30-4A86-983A-0098F6001966}" type="parTrans" cxnId="{667AD4F4-77F5-46F7-9026-B95D6DA109BE}">
      <dgm:prSet/>
      <dgm:spPr/>
      <dgm:t>
        <a:bodyPr/>
        <a:lstStyle/>
        <a:p>
          <a:endParaRPr lang="en-US"/>
        </a:p>
      </dgm:t>
    </dgm:pt>
    <dgm:pt modelId="{36E7D1BF-E014-441A-ADB3-F50F1721D337}" type="sibTrans" cxnId="{667AD4F4-77F5-46F7-9026-B95D6DA109BE}">
      <dgm:prSet/>
      <dgm:spPr/>
      <dgm:t>
        <a:bodyPr/>
        <a:lstStyle/>
        <a:p>
          <a:endParaRPr lang="en-US"/>
        </a:p>
      </dgm:t>
    </dgm:pt>
    <dgm:pt modelId="{28F96401-25B4-445F-8546-82274D97B893}">
      <dgm:prSet/>
      <dgm:spPr/>
      <dgm:t>
        <a:bodyPr/>
        <a:lstStyle/>
        <a:p>
          <a:r>
            <a:rPr lang="en-US"/>
            <a:t>• Strip whitespace</a:t>
          </a:r>
        </a:p>
      </dgm:t>
    </dgm:pt>
    <dgm:pt modelId="{A80C3340-85D1-49FA-BAE9-AF0CEF0FE09A}" type="parTrans" cxnId="{A7D87EA5-E96F-46ED-9BBD-748214A1E397}">
      <dgm:prSet/>
      <dgm:spPr/>
      <dgm:t>
        <a:bodyPr/>
        <a:lstStyle/>
        <a:p>
          <a:endParaRPr lang="en-US"/>
        </a:p>
      </dgm:t>
    </dgm:pt>
    <dgm:pt modelId="{EA1070B8-A682-44D8-8C9D-02FA0F1987E7}" type="sibTrans" cxnId="{A7D87EA5-E96F-46ED-9BBD-748214A1E397}">
      <dgm:prSet/>
      <dgm:spPr/>
      <dgm:t>
        <a:bodyPr/>
        <a:lstStyle/>
        <a:p>
          <a:endParaRPr lang="en-US"/>
        </a:p>
      </dgm:t>
    </dgm:pt>
    <dgm:pt modelId="{4F5111C0-BA8A-4E06-B8AC-75F0D948ABDA}">
      <dgm:prSet/>
      <dgm:spPr/>
      <dgm:t>
        <a:bodyPr/>
        <a:lstStyle/>
        <a:p>
          <a:r>
            <a:rPr lang="en-US"/>
            <a:t>• Telco-specific cleaning (e.g., 'no internet service' → 'no')</a:t>
          </a:r>
        </a:p>
      </dgm:t>
    </dgm:pt>
    <dgm:pt modelId="{A845D478-69A0-436D-9072-08A6F3C9E408}" type="parTrans" cxnId="{E5ED1318-8F81-45B4-9DB3-10B4086039E3}">
      <dgm:prSet/>
      <dgm:spPr/>
      <dgm:t>
        <a:bodyPr/>
        <a:lstStyle/>
        <a:p>
          <a:endParaRPr lang="en-US"/>
        </a:p>
      </dgm:t>
    </dgm:pt>
    <dgm:pt modelId="{2D769A6C-4EAA-4DDA-9F81-348A2413D101}" type="sibTrans" cxnId="{E5ED1318-8F81-45B4-9DB3-10B4086039E3}">
      <dgm:prSet/>
      <dgm:spPr/>
      <dgm:t>
        <a:bodyPr/>
        <a:lstStyle/>
        <a:p>
          <a:endParaRPr lang="en-US"/>
        </a:p>
      </dgm:t>
    </dgm:pt>
    <dgm:pt modelId="{F1E6E173-0046-4B24-87AE-E41D8FA24466}">
      <dgm:prSet/>
      <dgm:spPr/>
      <dgm:t>
        <a:bodyPr/>
        <a:lstStyle/>
        <a:p>
          <a:r>
            <a:rPr lang="en-US"/>
            <a:t>• Ensures consistent categorical grouping</a:t>
          </a:r>
        </a:p>
      </dgm:t>
    </dgm:pt>
    <dgm:pt modelId="{19452012-D4D8-400A-B93B-11214CEB2FF4}" type="parTrans" cxnId="{B6835095-1636-4009-B19D-1E808C34609F}">
      <dgm:prSet/>
      <dgm:spPr/>
      <dgm:t>
        <a:bodyPr/>
        <a:lstStyle/>
        <a:p>
          <a:endParaRPr lang="en-US"/>
        </a:p>
      </dgm:t>
    </dgm:pt>
    <dgm:pt modelId="{F4D206E4-6227-4324-B47E-1A077AA7AE87}" type="sibTrans" cxnId="{B6835095-1636-4009-B19D-1E808C34609F}">
      <dgm:prSet/>
      <dgm:spPr/>
      <dgm:t>
        <a:bodyPr/>
        <a:lstStyle/>
        <a:p>
          <a:endParaRPr lang="en-US"/>
        </a:p>
      </dgm:t>
    </dgm:pt>
    <dgm:pt modelId="{CAC6C4B0-2AE2-4BBB-81D4-E7E70722EB12}">
      <dgm:prSet/>
      <dgm:spPr/>
      <dgm:t>
        <a:bodyPr/>
        <a:lstStyle/>
        <a:p>
          <a:r>
            <a:rPr lang="en-US"/>
            <a:t>• Prevents encoding issues</a:t>
          </a:r>
        </a:p>
      </dgm:t>
    </dgm:pt>
    <dgm:pt modelId="{32FFA07C-4372-4EB1-8E25-147D029C0E8E}" type="parTrans" cxnId="{730E9580-F191-49BA-B366-CED50CE45CFD}">
      <dgm:prSet/>
      <dgm:spPr/>
      <dgm:t>
        <a:bodyPr/>
        <a:lstStyle/>
        <a:p>
          <a:endParaRPr lang="en-US"/>
        </a:p>
      </dgm:t>
    </dgm:pt>
    <dgm:pt modelId="{F01CA703-B2A6-4411-8B68-81A93E883CCD}" type="sibTrans" cxnId="{730E9580-F191-49BA-B366-CED50CE45CFD}">
      <dgm:prSet/>
      <dgm:spPr/>
      <dgm:t>
        <a:bodyPr/>
        <a:lstStyle/>
        <a:p>
          <a:endParaRPr lang="en-US"/>
        </a:p>
      </dgm:t>
    </dgm:pt>
    <dgm:pt modelId="{73573A88-7DA8-4F52-B662-4408FD35777C}" type="pres">
      <dgm:prSet presAssocID="{CE071EE1-00FB-4C8F-BF69-22BF729B246D}" presName="vert0" presStyleCnt="0">
        <dgm:presLayoutVars>
          <dgm:dir/>
          <dgm:animOne val="branch"/>
          <dgm:animLvl val="lvl"/>
        </dgm:presLayoutVars>
      </dgm:prSet>
      <dgm:spPr/>
    </dgm:pt>
    <dgm:pt modelId="{CEE475C5-568A-4EC6-A454-FCC53349789C}" type="pres">
      <dgm:prSet presAssocID="{0AAEF323-55FB-4CF9-94B0-DE5A2E2D8ABD}" presName="thickLine" presStyleLbl="alignNode1" presStyleIdx="0" presStyleCnt="5"/>
      <dgm:spPr/>
    </dgm:pt>
    <dgm:pt modelId="{F3E73230-8856-469B-BCC3-D7A58913489D}" type="pres">
      <dgm:prSet presAssocID="{0AAEF323-55FB-4CF9-94B0-DE5A2E2D8ABD}" presName="horz1" presStyleCnt="0"/>
      <dgm:spPr/>
    </dgm:pt>
    <dgm:pt modelId="{63E7FAEC-73A8-47AC-A116-4EC21AE8E105}" type="pres">
      <dgm:prSet presAssocID="{0AAEF323-55FB-4CF9-94B0-DE5A2E2D8ABD}" presName="tx1" presStyleLbl="revTx" presStyleIdx="0" presStyleCnt="5"/>
      <dgm:spPr/>
    </dgm:pt>
    <dgm:pt modelId="{65478834-B767-4526-ABAA-720AD197A8EA}" type="pres">
      <dgm:prSet presAssocID="{0AAEF323-55FB-4CF9-94B0-DE5A2E2D8ABD}" presName="vert1" presStyleCnt="0"/>
      <dgm:spPr/>
    </dgm:pt>
    <dgm:pt modelId="{1ED7DDCE-6184-4AFC-9CB0-115DF037C79C}" type="pres">
      <dgm:prSet presAssocID="{28F96401-25B4-445F-8546-82274D97B893}" presName="thickLine" presStyleLbl="alignNode1" presStyleIdx="1" presStyleCnt="5"/>
      <dgm:spPr/>
    </dgm:pt>
    <dgm:pt modelId="{910ED76A-04FB-439A-93D3-683D5AB9C94D}" type="pres">
      <dgm:prSet presAssocID="{28F96401-25B4-445F-8546-82274D97B893}" presName="horz1" presStyleCnt="0"/>
      <dgm:spPr/>
    </dgm:pt>
    <dgm:pt modelId="{10430910-C39F-4B82-B68C-DAA8342F7353}" type="pres">
      <dgm:prSet presAssocID="{28F96401-25B4-445F-8546-82274D97B893}" presName="tx1" presStyleLbl="revTx" presStyleIdx="1" presStyleCnt="5"/>
      <dgm:spPr/>
    </dgm:pt>
    <dgm:pt modelId="{712E9A4A-5048-47B3-8E26-EBB72AB53598}" type="pres">
      <dgm:prSet presAssocID="{28F96401-25B4-445F-8546-82274D97B893}" presName="vert1" presStyleCnt="0"/>
      <dgm:spPr/>
    </dgm:pt>
    <dgm:pt modelId="{33466781-1BFB-4786-8C94-9976ECB6B651}" type="pres">
      <dgm:prSet presAssocID="{4F5111C0-BA8A-4E06-B8AC-75F0D948ABDA}" presName="thickLine" presStyleLbl="alignNode1" presStyleIdx="2" presStyleCnt="5"/>
      <dgm:spPr/>
    </dgm:pt>
    <dgm:pt modelId="{7FDC74F1-CD19-4F2B-A4C0-FA4D3F28693B}" type="pres">
      <dgm:prSet presAssocID="{4F5111C0-BA8A-4E06-B8AC-75F0D948ABDA}" presName="horz1" presStyleCnt="0"/>
      <dgm:spPr/>
    </dgm:pt>
    <dgm:pt modelId="{B43F28F2-5BC1-4DC2-A2DA-DEB7330B6BFD}" type="pres">
      <dgm:prSet presAssocID="{4F5111C0-BA8A-4E06-B8AC-75F0D948ABDA}" presName="tx1" presStyleLbl="revTx" presStyleIdx="2" presStyleCnt="5"/>
      <dgm:spPr/>
    </dgm:pt>
    <dgm:pt modelId="{2B91235D-40D8-4BB2-8D42-32A1A18CC046}" type="pres">
      <dgm:prSet presAssocID="{4F5111C0-BA8A-4E06-B8AC-75F0D948ABDA}" presName="vert1" presStyleCnt="0"/>
      <dgm:spPr/>
    </dgm:pt>
    <dgm:pt modelId="{58CE23E5-E1BD-4A1E-8B44-D09F20D1A092}" type="pres">
      <dgm:prSet presAssocID="{F1E6E173-0046-4B24-87AE-E41D8FA24466}" presName="thickLine" presStyleLbl="alignNode1" presStyleIdx="3" presStyleCnt="5"/>
      <dgm:spPr/>
    </dgm:pt>
    <dgm:pt modelId="{122D0CF9-B4FE-49FB-B3FB-F309DCF62F82}" type="pres">
      <dgm:prSet presAssocID="{F1E6E173-0046-4B24-87AE-E41D8FA24466}" presName="horz1" presStyleCnt="0"/>
      <dgm:spPr/>
    </dgm:pt>
    <dgm:pt modelId="{2D656FE9-2302-4516-A990-42BDEB84B458}" type="pres">
      <dgm:prSet presAssocID="{F1E6E173-0046-4B24-87AE-E41D8FA24466}" presName="tx1" presStyleLbl="revTx" presStyleIdx="3" presStyleCnt="5"/>
      <dgm:spPr/>
    </dgm:pt>
    <dgm:pt modelId="{530CCAAE-5201-4DE3-81EE-3FE0A6FFA3BC}" type="pres">
      <dgm:prSet presAssocID="{F1E6E173-0046-4B24-87AE-E41D8FA24466}" presName="vert1" presStyleCnt="0"/>
      <dgm:spPr/>
    </dgm:pt>
    <dgm:pt modelId="{7E8CFDEE-C38A-4915-B1BE-D86E3360ECA3}" type="pres">
      <dgm:prSet presAssocID="{CAC6C4B0-2AE2-4BBB-81D4-E7E70722EB12}" presName="thickLine" presStyleLbl="alignNode1" presStyleIdx="4" presStyleCnt="5"/>
      <dgm:spPr/>
    </dgm:pt>
    <dgm:pt modelId="{75F74FC1-278F-442E-8F5F-8B6AE9B4F92C}" type="pres">
      <dgm:prSet presAssocID="{CAC6C4B0-2AE2-4BBB-81D4-E7E70722EB12}" presName="horz1" presStyleCnt="0"/>
      <dgm:spPr/>
    </dgm:pt>
    <dgm:pt modelId="{ECE97355-6118-403E-9E18-B9589CE30CCF}" type="pres">
      <dgm:prSet presAssocID="{CAC6C4B0-2AE2-4BBB-81D4-E7E70722EB12}" presName="tx1" presStyleLbl="revTx" presStyleIdx="4" presStyleCnt="5"/>
      <dgm:spPr/>
    </dgm:pt>
    <dgm:pt modelId="{6000607A-C92A-4E64-9025-3189D9B65395}" type="pres">
      <dgm:prSet presAssocID="{CAC6C4B0-2AE2-4BBB-81D4-E7E70722EB12}" presName="vert1" presStyleCnt="0"/>
      <dgm:spPr/>
    </dgm:pt>
  </dgm:ptLst>
  <dgm:cxnLst>
    <dgm:cxn modelId="{E5ED1318-8F81-45B4-9DB3-10B4086039E3}" srcId="{CE071EE1-00FB-4C8F-BF69-22BF729B246D}" destId="{4F5111C0-BA8A-4E06-B8AC-75F0D948ABDA}" srcOrd="2" destOrd="0" parTransId="{A845D478-69A0-436D-9072-08A6F3C9E408}" sibTransId="{2D769A6C-4EAA-4DDA-9F81-348A2413D101}"/>
    <dgm:cxn modelId="{F66BED26-8391-455D-AF4A-687BF385A55F}" type="presOf" srcId="{28F96401-25B4-445F-8546-82274D97B893}" destId="{10430910-C39F-4B82-B68C-DAA8342F7353}" srcOrd="0" destOrd="0" presId="urn:microsoft.com/office/officeart/2008/layout/LinedList"/>
    <dgm:cxn modelId="{CD98395E-6E33-4946-A66D-9ABA18388D04}" type="presOf" srcId="{CE071EE1-00FB-4C8F-BF69-22BF729B246D}" destId="{73573A88-7DA8-4F52-B662-4408FD35777C}" srcOrd="0" destOrd="0" presId="urn:microsoft.com/office/officeart/2008/layout/LinedList"/>
    <dgm:cxn modelId="{FC543860-4103-43C5-97A3-619A66118629}" type="presOf" srcId="{CAC6C4B0-2AE2-4BBB-81D4-E7E70722EB12}" destId="{ECE97355-6118-403E-9E18-B9589CE30CCF}" srcOrd="0" destOrd="0" presId="urn:microsoft.com/office/officeart/2008/layout/LinedList"/>
    <dgm:cxn modelId="{130FB463-AD05-4121-81E2-58A73A7F28FD}" type="presOf" srcId="{4F5111C0-BA8A-4E06-B8AC-75F0D948ABDA}" destId="{B43F28F2-5BC1-4DC2-A2DA-DEB7330B6BFD}" srcOrd="0" destOrd="0" presId="urn:microsoft.com/office/officeart/2008/layout/LinedList"/>
    <dgm:cxn modelId="{730E9580-F191-49BA-B366-CED50CE45CFD}" srcId="{CE071EE1-00FB-4C8F-BF69-22BF729B246D}" destId="{CAC6C4B0-2AE2-4BBB-81D4-E7E70722EB12}" srcOrd="4" destOrd="0" parTransId="{32FFA07C-4372-4EB1-8E25-147D029C0E8E}" sibTransId="{F01CA703-B2A6-4411-8B68-81A93E883CCD}"/>
    <dgm:cxn modelId="{662F888A-2DA7-4532-96E7-BAAAA536ABC1}" type="presOf" srcId="{0AAEF323-55FB-4CF9-94B0-DE5A2E2D8ABD}" destId="{63E7FAEC-73A8-47AC-A116-4EC21AE8E105}" srcOrd="0" destOrd="0" presId="urn:microsoft.com/office/officeart/2008/layout/LinedList"/>
    <dgm:cxn modelId="{B6835095-1636-4009-B19D-1E808C34609F}" srcId="{CE071EE1-00FB-4C8F-BF69-22BF729B246D}" destId="{F1E6E173-0046-4B24-87AE-E41D8FA24466}" srcOrd="3" destOrd="0" parTransId="{19452012-D4D8-400A-B93B-11214CEB2FF4}" sibTransId="{F4D206E4-6227-4324-B47E-1A077AA7AE87}"/>
    <dgm:cxn modelId="{A7D87EA5-E96F-46ED-9BBD-748214A1E397}" srcId="{CE071EE1-00FB-4C8F-BF69-22BF729B246D}" destId="{28F96401-25B4-445F-8546-82274D97B893}" srcOrd="1" destOrd="0" parTransId="{A80C3340-85D1-49FA-BAE9-AF0CEF0FE09A}" sibTransId="{EA1070B8-A682-44D8-8C9D-02FA0F1987E7}"/>
    <dgm:cxn modelId="{667AD4F4-77F5-46F7-9026-B95D6DA109BE}" srcId="{CE071EE1-00FB-4C8F-BF69-22BF729B246D}" destId="{0AAEF323-55FB-4CF9-94B0-DE5A2E2D8ABD}" srcOrd="0" destOrd="0" parTransId="{CBCFFE82-1C30-4A86-983A-0098F6001966}" sibTransId="{36E7D1BF-E014-441A-ADB3-F50F1721D337}"/>
    <dgm:cxn modelId="{2E7F32F8-5356-4159-A523-4BF92DF01F75}" type="presOf" srcId="{F1E6E173-0046-4B24-87AE-E41D8FA24466}" destId="{2D656FE9-2302-4516-A990-42BDEB84B458}" srcOrd="0" destOrd="0" presId="urn:microsoft.com/office/officeart/2008/layout/LinedList"/>
    <dgm:cxn modelId="{7ECCC7FF-D0C2-4E16-A2FA-B297BD7BE62F}" type="presParOf" srcId="{73573A88-7DA8-4F52-B662-4408FD35777C}" destId="{CEE475C5-568A-4EC6-A454-FCC53349789C}" srcOrd="0" destOrd="0" presId="urn:microsoft.com/office/officeart/2008/layout/LinedList"/>
    <dgm:cxn modelId="{95C6610C-1677-454E-B4A4-49694BE3ED37}" type="presParOf" srcId="{73573A88-7DA8-4F52-B662-4408FD35777C}" destId="{F3E73230-8856-469B-BCC3-D7A58913489D}" srcOrd="1" destOrd="0" presId="urn:microsoft.com/office/officeart/2008/layout/LinedList"/>
    <dgm:cxn modelId="{10D67CA0-DEA8-4845-82BB-9086F152DDFA}" type="presParOf" srcId="{F3E73230-8856-469B-BCC3-D7A58913489D}" destId="{63E7FAEC-73A8-47AC-A116-4EC21AE8E105}" srcOrd="0" destOrd="0" presId="urn:microsoft.com/office/officeart/2008/layout/LinedList"/>
    <dgm:cxn modelId="{3CE06C07-AE0E-4743-B164-F72EFE74A0DE}" type="presParOf" srcId="{F3E73230-8856-469B-BCC3-D7A58913489D}" destId="{65478834-B767-4526-ABAA-720AD197A8EA}" srcOrd="1" destOrd="0" presId="urn:microsoft.com/office/officeart/2008/layout/LinedList"/>
    <dgm:cxn modelId="{DED5A297-7627-4015-9FDC-1941C7164636}" type="presParOf" srcId="{73573A88-7DA8-4F52-B662-4408FD35777C}" destId="{1ED7DDCE-6184-4AFC-9CB0-115DF037C79C}" srcOrd="2" destOrd="0" presId="urn:microsoft.com/office/officeart/2008/layout/LinedList"/>
    <dgm:cxn modelId="{6A07CF91-DB21-4629-ACBF-72EDC61753A1}" type="presParOf" srcId="{73573A88-7DA8-4F52-B662-4408FD35777C}" destId="{910ED76A-04FB-439A-93D3-683D5AB9C94D}" srcOrd="3" destOrd="0" presId="urn:microsoft.com/office/officeart/2008/layout/LinedList"/>
    <dgm:cxn modelId="{95932E1C-4C42-4CB9-870A-7F22FC2C29CB}" type="presParOf" srcId="{910ED76A-04FB-439A-93D3-683D5AB9C94D}" destId="{10430910-C39F-4B82-B68C-DAA8342F7353}" srcOrd="0" destOrd="0" presId="urn:microsoft.com/office/officeart/2008/layout/LinedList"/>
    <dgm:cxn modelId="{78C484E7-AE39-4BE3-92C2-0F7C4EE77FE7}" type="presParOf" srcId="{910ED76A-04FB-439A-93D3-683D5AB9C94D}" destId="{712E9A4A-5048-47B3-8E26-EBB72AB53598}" srcOrd="1" destOrd="0" presId="urn:microsoft.com/office/officeart/2008/layout/LinedList"/>
    <dgm:cxn modelId="{680A8031-342D-450F-A026-1C29E287F486}" type="presParOf" srcId="{73573A88-7DA8-4F52-B662-4408FD35777C}" destId="{33466781-1BFB-4786-8C94-9976ECB6B651}" srcOrd="4" destOrd="0" presId="urn:microsoft.com/office/officeart/2008/layout/LinedList"/>
    <dgm:cxn modelId="{28153674-45F5-4273-8D9C-6830D4E5F989}" type="presParOf" srcId="{73573A88-7DA8-4F52-B662-4408FD35777C}" destId="{7FDC74F1-CD19-4F2B-A4C0-FA4D3F28693B}" srcOrd="5" destOrd="0" presId="urn:microsoft.com/office/officeart/2008/layout/LinedList"/>
    <dgm:cxn modelId="{CE730605-C3B3-4DB7-B6F1-153AB220A77D}" type="presParOf" srcId="{7FDC74F1-CD19-4F2B-A4C0-FA4D3F28693B}" destId="{B43F28F2-5BC1-4DC2-A2DA-DEB7330B6BFD}" srcOrd="0" destOrd="0" presId="urn:microsoft.com/office/officeart/2008/layout/LinedList"/>
    <dgm:cxn modelId="{2C25FB37-5970-4692-8944-BFB60730F854}" type="presParOf" srcId="{7FDC74F1-CD19-4F2B-A4C0-FA4D3F28693B}" destId="{2B91235D-40D8-4BB2-8D42-32A1A18CC046}" srcOrd="1" destOrd="0" presId="urn:microsoft.com/office/officeart/2008/layout/LinedList"/>
    <dgm:cxn modelId="{9C25B886-5BE1-448C-AE72-1BFBD0A11867}" type="presParOf" srcId="{73573A88-7DA8-4F52-B662-4408FD35777C}" destId="{58CE23E5-E1BD-4A1E-8B44-D09F20D1A092}" srcOrd="6" destOrd="0" presId="urn:microsoft.com/office/officeart/2008/layout/LinedList"/>
    <dgm:cxn modelId="{F77E6940-0C64-469D-93EC-2CE30F55FA5B}" type="presParOf" srcId="{73573A88-7DA8-4F52-B662-4408FD35777C}" destId="{122D0CF9-B4FE-49FB-B3FB-F309DCF62F82}" srcOrd="7" destOrd="0" presId="urn:microsoft.com/office/officeart/2008/layout/LinedList"/>
    <dgm:cxn modelId="{80B84126-F343-418C-84F6-507B024A2ECF}" type="presParOf" srcId="{122D0CF9-B4FE-49FB-B3FB-F309DCF62F82}" destId="{2D656FE9-2302-4516-A990-42BDEB84B458}" srcOrd="0" destOrd="0" presId="urn:microsoft.com/office/officeart/2008/layout/LinedList"/>
    <dgm:cxn modelId="{39A412CC-8261-473E-9EDA-54386411A494}" type="presParOf" srcId="{122D0CF9-B4FE-49FB-B3FB-F309DCF62F82}" destId="{530CCAAE-5201-4DE3-81EE-3FE0A6FFA3BC}" srcOrd="1" destOrd="0" presId="urn:microsoft.com/office/officeart/2008/layout/LinedList"/>
    <dgm:cxn modelId="{7B9A294B-A37F-40DD-A93A-DFA63164EB7B}" type="presParOf" srcId="{73573A88-7DA8-4F52-B662-4408FD35777C}" destId="{7E8CFDEE-C38A-4915-B1BE-D86E3360ECA3}" srcOrd="8" destOrd="0" presId="urn:microsoft.com/office/officeart/2008/layout/LinedList"/>
    <dgm:cxn modelId="{737EBC40-0335-465C-B135-5A45C4654FF7}" type="presParOf" srcId="{73573A88-7DA8-4F52-B662-4408FD35777C}" destId="{75F74FC1-278F-442E-8F5F-8B6AE9B4F92C}" srcOrd="9" destOrd="0" presId="urn:microsoft.com/office/officeart/2008/layout/LinedList"/>
    <dgm:cxn modelId="{B03DF6EB-A227-4090-AF24-ADB225C8E340}" type="presParOf" srcId="{75F74FC1-278F-442E-8F5F-8B6AE9B4F92C}" destId="{ECE97355-6118-403E-9E18-B9589CE30CCF}" srcOrd="0" destOrd="0" presId="urn:microsoft.com/office/officeart/2008/layout/LinedList"/>
    <dgm:cxn modelId="{09DBF5B7-ADEE-4E15-80CC-CC37C9CBBA2C}" type="presParOf" srcId="{75F74FC1-278F-442E-8F5F-8B6AE9B4F92C}" destId="{6000607A-C92A-4E64-9025-3189D9B6539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F254087-656E-449D-AB9F-CB05596EEB4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C37E54-9128-425C-B34B-AE69D896FE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Mild outliers: beyond 1.5 × IQR</a:t>
          </a:r>
        </a:p>
      </dgm:t>
    </dgm:pt>
    <dgm:pt modelId="{38711395-3141-4609-A3F1-56D24A03BE73}" type="parTrans" cxnId="{EA9767D6-24E0-4392-A6D6-75C11EE87434}">
      <dgm:prSet/>
      <dgm:spPr/>
      <dgm:t>
        <a:bodyPr/>
        <a:lstStyle/>
        <a:p>
          <a:endParaRPr lang="en-US"/>
        </a:p>
      </dgm:t>
    </dgm:pt>
    <dgm:pt modelId="{8BCD7C65-B004-4E88-BD59-A413EA6C4DB3}" type="sibTrans" cxnId="{EA9767D6-24E0-4392-A6D6-75C11EE87434}">
      <dgm:prSet/>
      <dgm:spPr/>
      <dgm:t>
        <a:bodyPr/>
        <a:lstStyle/>
        <a:p>
          <a:endParaRPr lang="en-US"/>
        </a:p>
      </dgm:t>
    </dgm:pt>
    <dgm:pt modelId="{3E489753-EF80-4F4A-99BC-E46DC724AC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Extreme outliers: beyond 3 × IQR</a:t>
          </a:r>
        </a:p>
      </dgm:t>
    </dgm:pt>
    <dgm:pt modelId="{B017A16B-9717-49FD-97C4-43AD4B966D87}" type="parTrans" cxnId="{D9B13E01-B540-4481-8D62-518AF1E7BF8E}">
      <dgm:prSet/>
      <dgm:spPr/>
      <dgm:t>
        <a:bodyPr/>
        <a:lstStyle/>
        <a:p>
          <a:endParaRPr lang="en-US"/>
        </a:p>
      </dgm:t>
    </dgm:pt>
    <dgm:pt modelId="{4E065700-BDF6-490A-B1D5-5304B212D414}" type="sibTrans" cxnId="{D9B13E01-B540-4481-8D62-518AF1E7BF8E}">
      <dgm:prSet/>
      <dgm:spPr/>
      <dgm:t>
        <a:bodyPr/>
        <a:lstStyle/>
        <a:p>
          <a:endParaRPr lang="en-US"/>
        </a:p>
      </dgm:t>
    </dgm:pt>
    <dgm:pt modelId="{B783C877-95C1-4570-9D50-24C2E72B8A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Extracted into two CSVs</a:t>
          </a:r>
        </a:p>
      </dgm:t>
    </dgm:pt>
    <dgm:pt modelId="{FA43B1A8-D3D7-45E4-A396-64FDE6FB0611}" type="parTrans" cxnId="{4CBF8434-084D-4A01-A095-2BFBC155AD3F}">
      <dgm:prSet/>
      <dgm:spPr/>
      <dgm:t>
        <a:bodyPr/>
        <a:lstStyle/>
        <a:p>
          <a:endParaRPr lang="en-US"/>
        </a:p>
      </dgm:t>
    </dgm:pt>
    <dgm:pt modelId="{1F0507F3-5B31-4152-A8FF-AE1C5408AFA8}" type="sibTrans" cxnId="{4CBF8434-084D-4A01-A095-2BFBC155AD3F}">
      <dgm:prSet/>
      <dgm:spPr/>
      <dgm:t>
        <a:bodyPr/>
        <a:lstStyle/>
        <a:p>
          <a:endParaRPr lang="en-US"/>
        </a:p>
      </dgm:t>
    </dgm:pt>
    <dgm:pt modelId="{A7DFEC39-ECC3-40A8-8BA1-6B06D086D0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Visualized with boxplots</a:t>
          </a:r>
        </a:p>
      </dgm:t>
    </dgm:pt>
    <dgm:pt modelId="{05498B1D-5610-49DD-8F87-D5E3A45FCCA5}" type="parTrans" cxnId="{E3280A24-7421-4830-A380-B24FF9D04F2F}">
      <dgm:prSet/>
      <dgm:spPr/>
      <dgm:t>
        <a:bodyPr/>
        <a:lstStyle/>
        <a:p>
          <a:endParaRPr lang="en-US"/>
        </a:p>
      </dgm:t>
    </dgm:pt>
    <dgm:pt modelId="{2E70C427-FF60-4146-847F-BFD2239DB5C6}" type="sibTrans" cxnId="{E3280A24-7421-4830-A380-B24FF9D04F2F}">
      <dgm:prSet/>
      <dgm:spPr/>
      <dgm:t>
        <a:bodyPr/>
        <a:lstStyle/>
        <a:p>
          <a:endParaRPr lang="en-US"/>
        </a:p>
      </dgm:t>
    </dgm:pt>
    <dgm:pt modelId="{65BD5C7D-ED23-46B0-8830-6C0B94F9FF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Purpose: Identify irregular data</a:t>
          </a:r>
        </a:p>
      </dgm:t>
    </dgm:pt>
    <dgm:pt modelId="{D079FECB-A1C4-4D5C-B21C-F476E1353E28}" type="parTrans" cxnId="{F08FD108-000A-4317-8FE9-68840FD772FA}">
      <dgm:prSet/>
      <dgm:spPr/>
      <dgm:t>
        <a:bodyPr/>
        <a:lstStyle/>
        <a:p>
          <a:endParaRPr lang="en-US"/>
        </a:p>
      </dgm:t>
    </dgm:pt>
    <dgm:pt modelId="{220D5160-CC4F-4C74-83B1-E4B45FC182F8}" type="sibTrans" cxnId="{F08FD108-000A-4317-8FE9-68840FD772FA}">
      <dgm:prSet/>
      <dgm:spPr/>
      <dgm:t>
        <a:bodyPr/>
        <a:lstStyle/>
        <a:p>
          <a:endParaRPr lang="en-US"/>
        </a:p>
      </dgm:t>
    </dgm:pt>
    <dgm:pt modelId="{FDA57B2B-3C6C-4ACC-86FA-A486555F6317}" type="pres">
      <dgm:prSet presAssocID="{6F254087-656E-449D-AB9F-CB05596EEB4F}" presName="root" presStyleCnt="0">
        <dgm:presLayoutVars>
          <dgm:dir/>
          <dgm:resizeHandles val="exact"/>
        </dgm:presLayoutVars>
      </dgm:prSet>
      <dgm:spPr/>
    </dgm:pt>
    <dgm:pt modelId="{725B2349-C7C7-46B2-80D3-A07F42645A73}" type="pres">
      <dgm:prSet presAssocID="{5AC37E54-9128-425C-B34B-AE69D896FEDB}" presName="compNode" presStyleCnt="0"/>
      <dgm:spPr/>
    </dgm:pt>
    <dgm:pt modelId="{468AE9F6-2B54-4732-91D7-6CCEBC0FF0CC}" type="pres">
      <dgm:prSet presAssocID="{5AC37E54-9128-425C-B34B-AE69D896FEDB}" presName="bgRect" presStyleLbl="bgShp" presStyleIdx="0" presStyleCnt="5"/>
      <dgm:spPr/>
    </dgm:pt>
    <dgm:pt modelId="{ABCBB0AF-9201-4C90-871B-C154B29C028D}" type="pres">
      <dgm:prSet presAssocID="{5AC37E54-9128-425C-B34B-AE69D896FED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85F40F34-EF31-48A9-AF40-1E3D8AB1CE67}" type="pres">
      <dgm:prSet presAssocID="{5AC37E54-9128-425C-B34B-AE69D896FEDB}" presName="spaceRect" presStyleCnt="0"/>
      <dgm:spPr/>
    </dgm:pt>
    <dgm:pt modelId="{96F51487-7FF2-45E9-8E10-2B484E75A2F8}" type="pres">
      <dgm:prSet presAssocID="{5AC37E54-9128-425C-B34B-AE69D896FEDB}" presName="parTx" presStyleLbl="revTx" presStyleIdx="0" presStyleCnt="5">
        <dgm:presLayoutVars>
          <dgm:chMax val="0"/>
          <dgm:chPref val="0"/>
        </dgm:presLayoutVars>
      </dgm:prSet>
      <dgm:spPr/>
    </dgm:pt>
    <dgm:pt modelId="{B082AC90-5D78-45B1-A0A8-D60348DB715B}" type="pres">
      <dgm:prSet presAssocID="{8BCD7C65-B004-4E88-BD59-A413EA6C4DB3}" presName="sibTrans" presStyleCnt="0"/>
      <dgm:spPr/>
    </dgm:pt>
    <dgm:pt modelId="{66D1F44C-5B4B-49E9-AA49-EAFBF41B4C8A}" type="pres">
      <dgm:prSet presAssocID="{3E489753-EF80-4F4A-99BC-E46DC724AC08}" presName="compNode" presStyleCnt="0"/>
      <dgm:spPr/>
    </dgm:pt>
    <dgm:pt modelId="{4FB37A96-DBC7-4D29-812E-35C8793D2DF4}" type="pres">
      <dgm:prSet presAssocID="{3E489753-EF80-4F4A-99BC-E46DC724AC08}" presName="bgRect" presStyleLbl="bgShp" presStyleIdx="1" presStyleCnt="5"/>
      <dgm:spPr/>
    </dgm:pt>
    <dgm:pt modelId="{3B3A2B45-D9E6-4A8C-9CE2-8F91F56AA028}" type="pres">
      <dgm:prSet presAssocID="{3E489753-EF80-4F4A-99BC-E46DC724AC0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786964BE-8884-4BBA-A41C-94C1001EF2B8}" type="pres">
      <dgm:prSet presAssocID="{3E489753-EF80-4F4A-99BC-E46DC724AC08}" presName="spaceRect" presStyleCnt="0"/>
      <dgm:spPr/>
    </dgm:pt>
    <dgm:pt modelId="{CF21F9A2-BA54-4F60-92FD-C8104A92E922}" type="pres">
      <dgm:prSet presAssocID="{3E489753-EF80-4F4A-99BC-E46DC724AC08}" presName="parTx" presStyleLbl="revTx" presStyleIdx="1" presStyleCnt="5">
        <dgm:presLayoutVars>
          <dgm:chMax val="0"/>
          <dgm:chPref val="0"/>
        </dgm:presLayoutVars>
      </dgm:prSet>
      <dgm:spPr/>
    </dgm:pt>
    <dgm:pt modelId="{AA5B42BC-E9A9-4678-9EE7-FF491D943CA0}" type="pres">
      <dgm:prSet presAssocID="{4E065700-BDF6-490A-B1D5-5304B212D414}" presName="sibTrans" presStyleCnt="0"/>
      <dgm:spPr/>
    </dgm:pt>
    <dgm:pt modelId="{5F70A0F3-140D-47CA-915E-AF62BBD7A875}" type="pres">
      <dgm:prSet presAssocID="{B783C877-95C1-4570-9D50-24C2E72B8A44}" presName="compNode" presStyleCnt="0"/>
      <dgm:spPr/>
    </dgm:pt>
    <dgm:pt modelId="{9B2A1F0E-AEE6-4E2F-A44C-5A5B2A90E50D}" type="pres">
      <dgm:prSet presAssocID="{B783C877-95C1-4570-9D50-24C2E72B8A44}" presName="bgRect" presStyleLbl="bgShp" presStyleIdx="2" presStyleCnt="5"/>
      <dgm:spPr/>
    </dgm:pt>
    <dgm:pt modelId="{38E3B51F-3348-42F7-B84D-ADD5F7BB0066}" type="pres">
      <dgm:prSet presAssocID="{B783C877-95C1-4570-9D50-24C2E72B8A4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13B3FA1-DA22-4F35-9C6A-F77B857F93FB}" type="pres">
      <dgm:prSet presAssocID="{B783C877-95C1-4570-9D50-24C2E72B8A44}" presName="spaceRect" presStyleCnt="0"/>
      <dgm:spPr/>
    </dgm:pt>
    <dgm:pt modelId="{2CBCEEC8-8CF6-4DD0-9968-F87453A40F0C}" type="pres">
      <dgm:prSet presAssocID="{B783C877-95C1-4570-9D50-24C2E72B8A44}" presName="parTx" presStyleLbl="revTx" presStyleIdx="2" presStyleCnt="5">
        <dgm:presLayoutVars>
          <dgm:chMax val="0"/>
          <dgm:chPref val="0"/>
        </dgm:presLayoutVars>
      </dgm:prSet>
      <dgm:spPr/>
    </dgm:pt>
    <dgm:pt modelId="{5E8C92E5-B5DD-4ED2-BA09-B71B5556A0F4}" type="pres">
      <dgm:prSet presAssocID="{1F0507F3-5B31-4152-A8FF-AE1C5408AFA8}" presName="sibTrans" presStyleCnt="0"/>
      <dgm:spPr/>
    </dgm:pt>
    <dgm:pt modelId="{C91E356D-6356-455C-A55F-A529AFE80259}" type="pres">
      <dgm:prSet presAssocID="{A7DFEC39-ECC3-40A8-8BA1-6B06D086D03A}" presName="compNode" presStyleCnt="0"/>
      <dgm:spPr/>
    </dgm:pt>
    <dgm:pt modelId="{86B80626-C044-4A4B-BBE0-74257E7144F7}" type="pres">
      <dgm:prSet presAssocID="{A7DFEC39-ECC3-40A8-8BA1-6B06D086D03A}" presName="bgRect" presStyleLbl="bgShp" presStyleIdx="3" presStyleCnt="5"/>
      <dgm:spPr/>
    </dgm:pt>
    <dgm:pt modelId="{A5D3F043-2CBD-4E73-B086-0C2DA7B4B58E}" type="pres">
      <dgm:prSet presAssocID="{A7DFEC39-ECC3-40A8-8BA1-6B06D086D03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71006989-8BBB-445D-8827-214978B1B6DA}" type="pres">
      <dgm:prSet presAssocID="{A7DFEC39-ECC3-40A8-8BA1-6B06D086D03A}" presName="spaceRect" presStyleCnt="0"/>
      <dgm:spPr/>
    </dgm:pt>
    <dgm:pt modelId="{1203253D-B4EA-48DA-8A72-F5DE7DF41ACD}" type="pres">
      <dgm:prSet presAssocID="{A7DFEC39-ECC3-40A8-8BA1-6B06D086D03A}" presName="parTx" presStyleLbl="revTx" presStyleIdx="3" presStyleCnt="5">
        <dgm:presLayoutVars>
          <dgm:chMax val="0"/>
          <dgm:chPref val="0"/>
        </dgm:presLayoutVars>
      </dgm:prSet>
      <dgm:spPr/>
    </dgm:pt>
    <dgm:pt modelId="{40831675-2182-4E58-90C1-53A2984E347E}" type="pres">
      <dgm:prSet presAssocID="{2E70C427-FF60-4146-847F-BFD2239DB5C6}" presName="sibTrans" presStyleCnt="0"/>
      <dgm:spPr/>
    </dgm:pt>
    <dgm:pt modelId="{6B5BAE9F-6A6C-4CDD-A2DA-2DA4D22698F6}" type="pres">
      <dgm:prSet presAssocID="{65BD5C7D-ED23-46B0-8830-6C0B94F9FFC2}" presName="compNode" presStyleCnt="0"/>
      <dgm:spPr/>
    </dgm:pt>
    <dgm:pt modelId="{D488D4A0-1CDA-40B4-BF93-4AC1056DFC76}" type="pres">
      <dgm:prSet presAssocID="{65BD5C7D-ED23-46B0-8830-6C0B94F9FFC2}" presName="bgRect" presStyleLbl="bgShp" presStyleIdx="4" presStyleCnt="5"/>
      <dgm:spPr/>
    </dgm:pt>
    <dgm:pt modelId="{38B37157-5F12-46A1-BF47-E4C5DAA74A29}" type="pres">
      <dgm:prSet presAssocID="{65BD5C7D-ED23-46B0-8830-6C0B94F9FFC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6732930-9A80-451F-8FA2-7A2DCB684D78}" type="pres">
      <dgm:prSet presAssocID="{65BD5C7D-ED23-46B0-8830-6C0B94F9FFC2}" presName="spaceRect" presStyleCnt="0"/>
      <dgm:spPr/>
    </dgm:pt>
    <dgm:pt modelId="{59A232B5-282A-4766-9B80-9A0CD3CC2CDA}" type="pres">
      <dgm:prSet presAssocID="{65BD5C7D-ED23-46B0-8830-6C0B94F9FFC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9B13E01-B540-4481-8D62-518AF1E7BF8E}" srcId="{6F254087-656E-449D-AB9F-CB05596EEB4F}" destId="{3E489753-EF80-4F4A-99BC-E46DC724AC08}" srcOrd="1" destOrd="0" parTransId="{B017A16B-9717-49FD-97C4-43AD4B966D87}" sibTransId="{4E065700-BDF6-490A-B1D5-5304B212D414}"/>
    <dgm:cxn modelId="{F08FD108-000A-4317-8FE9-68840FD772FA}" srcId="{6F254087-656E-449D-AB9F-CB05596EEB4F}" destId="{65BD5C7D-ED23-46B0-8830-6C0B94F9FFC2}" srcOrd="4" destOrd="0" parTransId="{D079FECB-A1C4-4D5C-B21C-F476E1353E28}" sibTransId="{220D5160-CC4F-4C74-83B1-E4B45FC182F8}"/>
    <dgm:cxn modelId="{333A3810-5D4C-4D50-B1AD-6559D7A4FFEB}" type="presOf" srcId="{6F254087-656E-449D-AB9F-CB05596EEB4F}" destId="{FDA57B2B-3C6C-4ACC-86FA-A486555F6317}" srcOrd="0" destOrd="0" presId="urn:microsoft.com/office/officeart/2018/2/layout/IconVerticalSolidList"/>
    <dgm:cxn modelId="{E3280A24-7421-4830-A380-B24FF9D04F2F}" srcId="{6F254087-656E-449D-AB9F-CB05596EEB4F}" destId="{A7DFEC39-ECC3-40A8-8BA1-6B06D086D03A}" srcOrd="3" destOrd="0" parTransId="{05498B1D-5610-49DD-8F87-D5E3A45FCCA5}" sibTransId="{2E70C427-FF60-4146-847F-BFD2239DB5C6}"/>
    <dgm:cxn modelId="{4CBF8434-084D-4A01-A095-2BFBC155AD3F}" srcId="{6F254087-656E-449D-AB9F-CB05596EEB4F}" destId="{B783C877-95C1-4570-9D50-24C2E72B8A44}" srcOrd="2" destOrd="0" parTransId="{FA43B1A8-D3D7-45E4-A396-64FDE6FB0611}" sibTransId="{1F0507F3-5B31-4152-A8FF-AE1C5408AFA8}"/>
    <dgm:cxn modelId="{2954EC6D-D66A-40E4-8EF4-DDC4D314480E}" type="presOf" srcId="{65BD5C7D-ED23-46B0-8830-6C0B94F9FFC2}" destId="{59A232B5-282A-4766-9B80-9A0CD3CC2CDA}" srcOrd="0" destOrd="0" presId="urn:microsoft.com/office/officeart/2018/2/layout/IconVerticalSolidList"/>
    <dgm:cxn modelId="{1A716777-4113-49CF-889E-4F34260BA58B}" type="presOf" srcId="{5AC37E54-9128-425C-B34B-AE69D896FEDB}" destId="{96F51487-7FF2-45E9-8E10-2B484E75A2F8}" srcOrd="0" destOrd="0" presId="urn:microsoft.com/office/officeart/2018/2/layout/IconVerticalSolidList"/>
    <dgm:cxn modelId="{E63C547D-4AA9-402C-8B11-C20577809D61}" type="presOf" srcId="{3E489753-EF80-4F4A-99BC-E46DC724AC08}" destId="{CF21F9A2-BA54-4F60-92FD-C8104A92E922}" srcOrd="0" destOrd="0" presId="urn:microsoft.com/office/officeart/2018/2/layout/IconVerticalSolidList"/>
    <dgm:cxn modelId="{0B4EB7C9-D05E-48B8-858C-680206A3A047}" type="presOf" srcId="{B783C877-95C1-4570-9D50-24C2E72B8A44}" destId="{2CBCEEC8-8CF6-4DD0-9968-F87453A40F0C}" srcOrd="0" destOrd="0" presId="urn:microsoft.com/office/officeart/2018/2/layout/IconVerticalSolidList"/>
    <dgm:cxn modelId="{EA9767D6-24E0-4392-A6D6-75C11EE87434}" srcId="{6F254087-656E-449D-AB9F-CB05596EEB4F}" destId="{5AC37E54-9128-425C-B34B-AE69D896FEDB}" srcOrd="0" destOrd="0" parTransId="{38711395-3141-4609-A3F1-56D24A03BE73}" sibTransId="{8BCD7C65-B004-4E88-BD59-A413EA6C4DB3}"/>
    <dgm:cxn modelId="{0255DCFD-164E-4FC5-B2E8-69F639177B0B}" type="presOf" srcId="{A7DFEC39-ECC3-40A8-8BA1-6B06D086D03A}" destId="{1203253D-B4EA-48DA-8A72-F5DE7DF41ACD}" srcOrd="0" destOrd="0" presId="urn:microsoft.com/office/officeart/2018/2/layout/IconVerticalSolidList"/>
    <dgm:cxn modelId="{A6D7F074-2D30-4B98-AB66-CFD643817745}" type="presParOf" srcId="{FDA57B2B-3C6C-4ACC-86FA-A486555F6317}" destId="{725B2349-C7C7-46B2-80D3-A07F42645A73}" srcOrd="0" destOrd="0" presId="urn:microsoft.com/office/officeart/2018/2/layout/IconVerticalSolidList"/>
    <dgm:cxn modelId="{EE2BD472-E757-4096-85C3-434A9C477A14}" type="presParOf" srcId="{725B2349-C7C7-46B2-80D3-A07F42645A73}" destId="{468AE9F6-2B54-4732-91D7-6CCEBC0FF0CC}" srcOrd="0" destOrd="0" presId="urn:microsoft.com/office/officeart/2018/2/layout/IconVerticalSolidList"/>
    <dgm:cxn modelId="{0AA685C9-D6CF-4C3D-93AB-04C832356E09}" type="presParOf" srcId="{725B2349-C7C7-46B2-80D3-A07F42645A73}" destId="{ABCBB0AF-9201-4C90-871B-C154B29C028D}" srcOrd="1" destOrd="0" presId="urn:microsoft.com/office/officeart/2018/2/layout/IconVerticalSolidList"/>
    <dgm:cxn modelId="{BDFCDAC4-D0A6-4251-A6C3-80E9A3C9175E}" type="presParOf" srcId="{725B2349-C7C7-46B2-80D3-A07F42645A73}" destId="{85F40F34-EF31-48A9-AF40-1E3D8AB1CE67}" srcOrd="2" destOrd="0" presId="urn:microsoft.com/office/officeart/2018/2/layout/IconVerticalSolidList"/>
    <dgm:cxn modelId="{97C495F4-41DF-469C-9438-1D27A2252230}" type="presParOf" srcId="{725B2349-C7C7-46B2-80D3-A07F42645A73}" destId="{96F51487-7FF2-45E9-8E10-2B484E75A2F8}" srcOrd="3" destOrd="0" presId="urn:microsoft.com/office/officeart/2018/2/layout/IconVerticalSolidList"/>
    <dgm:cxn modelId="{C8562A92-7017-45E7-BBB5-42E2C15D14D0}" type="presParOf" srcId="{FDA57B2B-3C6C-4ACC-86FA-A486555F6317}" destId="{B082AC90-5D78-45B1-A0A8-D60348DB715B}" srcOrd="1" destOrd="0" presId="urn:microsoft.com/office/officeart/2018/2/layout/IconVerticalSolidList"/>
    <dgm:cxn modelId="{F4CF82B5-4EBE-48E0-9C29-C51211984090}" type="presParOf" srcId="{FDA57B2B-3C6C-4ACC-86FA-A486555F6317}" destId="{66D1F44C-5B4B-49E9-AA49-EAFBF41B4C8A}" srcOrd="2" destOrd="0" presId="urn:microsoft.com/office/officeart/2018/2/layout/IconVerticalSolidList"/>
    <dgm:cxn modelId="{C8CEA35C-CED3-484B-BBA9-DDF73F7FB068}" type="presParOf" srcId="{66D1F44C-5B4B-49E9-AA49-EAFBF41B4C8A}" destId="{4FB37A96-DBC7-4D29-812E-35C8793D2DF4}" srcOrd="0" destOrd="0" presId="urn:microsoft.com/office/officeart/2018/2/layout/IconVerticalSolidList"/>
    <dgm:cxn modelId="{5DD91C3C-11C1-4711-AABE-47F96FD2340C}" type="presParOf" srcId="{66D1F44C-5B4B-49E9-AA49-EAFBF41B4C8A}" destId="{3B3A2B45-D9E6-4A8C-9CE2-8F91F56AA028}" srcOrd="1" destOrd="0" presId="urn:microsoft.com/office/officeart/2018/2/layout/IconVerticalSolidList"/>
    <dgm:cxn modelId="{636721AD-9944-413A-8B1F-88098420BF65}" type="presParOf" srcId="{66D1F44C-5B4B-49E9-AA49-EAFBF41B4C8A}" destId="{786964BE-8884-4BBA-A41C-94C1001EF2B8}" srcOrd="2" destOrd="0" presId="urn:microsoft.com/office/officeart/2018/2/layout/IconVerticalSolidList"/>
    <dgm:cxn modelId="{672EEFDD-3512-402B-B025-9A568D00D0EE}" type="presParOf" srcId="{66D1F44C-5B4B-49E9-AA49-EAFBF41B4C8A}" destId="{CF21F9A2-BA54-4F60-92FD-C8104A92E922}" srcOrd="3" destOrd="0" presId="urn:microsoft.com/office/officeart/2018/2/layout/IconVerticalSolidList"/>
    <dgm:cxn modelId="{E126AB0D-F875-4AC3-8A59-52A54F70DBF0}" type="presParOf" srcId="{FDA57B2B-3C6C-4ACC-86FA-A486555F6317}" destId="{AA5B42BC-E9A9-4678-9EE7-FF491D943CA0}" srcOrd="3" destOrd="0" presId="urn:microsoft.com/office/officeart/2018/2/layout/IconVerticalSolidList"/>
    <dgm:cxn modelId="{3E7FFE87-E5E9-4356-94A1-971ED99C272B}" type="presParOf" srcId="{FDA57B2B-3C6C-4ACC-86FA-A486555F6317}" destId="{5F70A0F3-140D-47CA-915E-AF62BBD7A875}" srcOrd="4" destOrd="0" presId="urn:microsoft.com/office/officeart/2018/2/layout/IconVerticalSolidList"/>
    <dgm:cxn modelId="{11A66DD9-9E72-452A-92D7-B3DA61406D88}" type="presParOf" srcId="{5F70A0F3-140D-47CA-915E-AF62BBD7A875}" destId="{9B2A1F0E-AEE6-4E2F-A44C-5A5B2A90E50D}" srcOrd="0" destOrd="0" presId="urn:microsoft.com/office/officeart/2018/2/layout/IconVerticalSolidList"/>
    <dgm:cxn modelId="{622CC3E2-DEA1-4992-95EA-396D1FFDE850}" type="presParOf" srcId="{5F70A0F3-140D-47CA-915E-AF62BBD7A875}" destId="{38E3B51F-3348-42F7-B84D-ADD5F7BB0066}" srcOrd="1" destOrd="0" presId="urn:microsoft.com/office/officeart/2018/2/layout/IconVerticalSolidList"/>
    <dgm:cxn modelId="{0652FD40-8FE9-4371-8D52-2081B0ABC598}" type="presParOf" srcId="{5F70A0F3-140D-47CA-915E-AF62BBD7A875}" destId="{B13B3FA1-DA22-4F35-9C6A-F77B857F93FB}" srcOrd="2" destOrd="0" presId="urn:microsoft.com/office/officeart/2018/2/layout/IconVerticalSolidList"/>
    <dgm:cxn modelId="{E8744A19-8C8B-41B2-9F9D-0331CAE669F2}" type="presParOf" srcId="{5F70A0F3-140D-47CA-915E-AF62BBD7A875}" destId="{2CBCEEC8-8CF6-4DD0-9968-F87453A40F0C}" srcOrd="3" destOrd="0" presId="urn:microsoft.com/office/officeart/2018/2/layout/IconVerticalSolidList"/>
    <dgm:cxn modelId="{CC896549-8C25-40B8-9213-D8B3F43E994F}" type="presParOf" srcId="{FDA57B2B-3C6C-4ACC-86FA-A486555F6317}" destId="{5E8C92E5-B5DD-4ED2-BA09-B71B5556A0F4}" srcOrd="5" destOrd="0" presId="urn:microsoft.com/office/officeart/2018/2/layout/IconVerticalSolidList"/>
    <dgm:cxn modelId="{D9FA85E3-69C2-4293-A8E3-C9BD086E8EDE}" type="presParOf" srcId="{FDA57B2B-3C6C-4ACC-86FA-A486555F6317}" destId="{C91E356D-6356-455C-A55F-A529AFE80259}" srcOrd="6" destOrd="0" presId="urn:microsoft.com/office/officeart/2018/2/layout/IconVerticalSolidList"/>
    <dgm:cxn modelId="{07142CA3-1961-4AFE-9563-E8C2DF76600D}" type="presParOf" srcId="{C91E356D-6356-455C-A55F-A529AFE80259}" destId="{86B80626-C044-4A4B-BBE0-74257E7144F7}" srcOrd="0" destOrd="0" presId="urn:microsoft.com/office/officeart/2018/2/layout/IconVerticalSolidList"/>
    <dgm:cxn modelId="{D88E7DE4-4C90-42C0-AED8-D19531399529}" type="presParOf" srcId="{C91E356D-6356-455C-A55F-A529AFE80259}" destId="{A5D3F043-2CBD-4E73-B086-0C2DA7B4B58E}" srcOrd="1" destOrd="0" presId="urn:microsoft.com/office/officeart/2018/2/layout/IconVerticalSolidList"/>
    <dgm:cxn modelId="{F0D06C3B-E728-468B-B34A-7769B60127C0}" type="presParOf" srcId="{C91E356D-6356-455C-A55F-A529AFE80259}" destId="{71006989-8BBB-445D-8827-214978B1B6DA}" srcOrd="2" destOrd="0" presId="urn:microsoft.com/office/officeart/2018/2/layout/IconVerticalSolidList"/>
    <dgm:cxn modelId="{4A83A123-8BF6-43A7-BA81-F1957A714962}" type="presParOf" srcId="{C91E356D-6356-455C-A55F-A529AFE80259}" destId="{1203253D-B4EA-48DA-8A72-F5DE7DF41ACD}" srcOrd="3" destOrd="0" presId="urn:microsoft.com/office/officeart/2018/2/layout/IconVerticalSolidList"/>
    <dgm:cxn modelId="{7D3B242E-10F2-42DA-8934-1F373F4C04E4}" type="presParOf" srcId="{FDA57B2B-3C6C-4ACC-86FA-A486555F6317}" destId="{40831675-2182-4E58-90C1-53A2984E347E}" srcOrd="7" destOrd="0" presId="urn:microsoft.com/office/officeart/2018/2/layout/IconVerticalSolidList"/>
    <dgm:cxn modelId="{9A38AF1C-11F3-4C1D-8C5A-63B407C0E0A4}" type="presParOf" srcId="{FDA57B2B-3C6C-4ACC-86FA-A486555F6317}" destId="{6B5BAE9F-6A6C-4CDD-A2DA-2DA4D22698F6}" srcOrd="8" destOrd="0" presId="urn:microsoft.com/office/officeart/2018/2/layout/IconVerticalSolidList"/>
    <dgm:cxn modelId="{B7D6C3FE-62E8-4B01-A4E4-22FDE5992E8E}" type="presParOf" srcId="{6B5BAE9F-6A6C-4CDD-A2DA-2DA4D22698F6}" destId="{D488D4A0-1CDA-40B4-BF93-4AC1056DFC76}" srcOrd="0" destOrd="0" presId="urn:microsoft.com/office/officeart/2018/2/layout/IconVerticalSolidList"/>
    <dgm:cxn modelId="{B28E481A-0BA6-4FE1-AEF3-39A3E8A5A1E8}" type="presParOf" srcId="{6B5BAE9F-6A6C-4CDD-A2DA-2DA4D22698F6}" destId="{38B37157-5F12-46A1-BF47-E4C5DAA74A29}" srcOrd="1" destOrd="0" presId="urn:microsoft.com/office/officeart/2018/2/layout/IconVerticalSolidList"/>
    <dgm:cxn modelId="{AFA3C239-7C88-463D-8AD8-AF52D6A2C885}" type="presParOf" srcId="{6B5BAE9F-6A6C-4CDD-A2DA-2DA4D22698F6}" destId="{C6732930-9A80-451F-8FA2-7A2DCB684D78}" srcOrd="2" destOrd="0" presId="urn:microsoft.com/office/officeart/2018/2/layout/IconVerticalSolidList"/>
    <dgm:cxn modelId="{9F2DFD44-29A1-4EBB-B362-53B1500CC151}" type="presParOf" srcId="{6B5BAE9F-6A6C-4CDD-A2DA-2DA4D22698F6}" destId="{59A232B5-282A-4766-9B80-9A0CD3CC2CD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2CFB045-794A-4595-9991-534527B41F3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FEB046E-7283-475C-B638-D1DBE20F59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Exports cleaned dataset BEFORE preprocessing</a:t>
          </a:r>
        </a:p>
      </dgm:t>
    </dgm:pt>
    <dgm:pt modelId="{BCA2E74D-D64F-4EC6-B5FA-E1F161865378}" type="parTrans" cxnId="{1603AC58-60F4-43E4-8C6A-6F4DEE6716B4}">
      <dgm:prSet/>
      <dgm:spPr/>
      <dgm:t>
        <a:bodyPr/>
        <a:lstStyle/>
        <a:p>
          <a:endParaRPr lang="en-US"/>
        </a:p>
      </dgm:t>
    </dgm:pt>
    <dgm:pt modelId="{DCF58954-569B-4123-BED3-5917A00D2D04}" type="sibTrans" cxnId="{1603AC58-60F4-43E4-8C6A-6F4DEE6716B4}">
      <dgm:prSet/>
      <dgm:spPr/>
      <dgm:t>
        <a:bodyPr/>
        <a:lstStyle/>
        <a:p>
          <a:endParaRPr lang="en-US"/>
        </a:p>
      </dgm:t>
    </dgm:pt>
    <dgm:pt modelId="{BA5EFCAA-D202-469E-8836-7A2A23384B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Used by Feature Engineering team</a:t>
          </a:r>
        </a:p>
      </dgm:t>
    </dgm:pt>
    <dgm:pt modelId="{E294E2B0-F082-481F-8ECB-226FF0E7ABAE}" type="parTrans" cxnId="{F8016C46-2F18-4AE9-B4E4-93A720FDC1A2}">
      <dgm:prSet/>
      <dgm:spPr/>
      <dgm:t>
        <a:bodyPr/>
        <a:lstStyle/>
        <a:p>
          <a:endParaRPr lang="en-US"/>
        </a:p>
      </dgm:t>
    </dgm:pt>
    <dgm:pt modelId="{8BFC05E3-6F06-4BBC-B4F6-6E01E842D5F7}" type="sibTrans" cxnId="{F8016C46-2F18-4AE9-B4E4-93A720FDC1A2}">
      <dgm:prSet/>
      <dgm:spPr/>
      <dgm:t>
        <a:bodyPr/>
        <a:lstStyle/>
        <a:p>
          <a:endParaRPr lang="en-US"/>
        </a:p>
      </dgm:t>
    </dgm:pt>
    <dgm:pt modelId="{5A678019-203E-4805-8979-2575B8B550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Ensures consistent input structure</a:t>
          </a:r>
        </a:p>
      </dgm:t>
    </dgm:pt>
    <dgm:pt modelId="{25455DB1-5BEE-4A38-90A8-90BFCFE8F0EC}" type="parTrans" cxnId="{D5A23E06-BD2D-4EB9-BFE1-DAC4204B2E36}">
      <dgm:prSet/>
      <dgm:spPr/>
      <dgm:t>
        <a:bodyPr/>
        <a:lstStyle/>
        <a:p>
          <a:endParaRPr lang="en-US"/>
        </a:p>
      </dgm:t>
    </dgm:pt>
    <dgm:pt modelId="{828E646C-C8D0-48FF-9A83-FD6FD48ADA1A}" type="sibTrans" cxnId="{D5A23E06-BD2D-4EB9-BFE1-DAC4204B2E36}">
      <dgm:prSet/>
      <dgm:spPr/>
      <dgm:t>
        <a:bodyPr/>
        <a:lstStyle/>
        <a:p>
          <a:endParaRPr lang="en-US"/>
        </a:p>
      </dgm:t>
    </dgm:pt>
    <dgm:pt modelId="{80E271B0-E9B7-4142-AEDD-79FDA05564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Filename includes dataset name</a:t>
          </a:r>
        </a:p>
      </dgm:t>
    </dgm:pt>
    <dgm:pt modelId="{8F29E531-AB2F-453D-B140-AFE0EF6C94FC}" type="parTrans" cxnId="{C0AB8FCE-046C-4E4E-8B59-C4D2C5C31D5C}">
      <dgm:prSet/>
      <dgm:spPr/>
      <dgm:t>
        <a:bodyPr/>
        <a:lstStyle/>
        <a:p>
          <a:endParaRPr lang="en-US"/>
        </a:p>
      </dgm:t>
    </dgm:pt>
    <dgm:pt modelId="{81F804E0-8B8D-4A62-A7EF-38277AFC8187}" type="sibTrans" cxnId="{C0AB8FCE-046C-4E4E-8B59-C4D2C5C31D5C}">
      <dgm:prSet/>
      <dgm:spPr/>
      <dgm:t>
        <a:bodyPr/>
        <a:lstStyle/>
        <a:p>
          <a:endParaRPr lang="en-US"/>
        </a:p>
      </dgm:t>
    </dgm:pt>
    <dgm:pt modelId="{196829D7-CC54-4E01-92A8-F7C51AA5A134}" type="pres">
      <dgm:prSet presAssocID="{E2CFB045-794A-4595-9991-534527B41F39}" presName="root" presStyleCnt="0">
        <dgm:presLayoutVars>
          <dgm:dir/>
          <dgm:resizeHandles val="exact"/>
        </dgm:presLayoutVars>
      </dgm:prSet>
      <dgm:spPr/>
    </dgm:pt>
    <dgm:pt modelId="{DB180A53-05DC-4F2D-8C65-CB081D18145E}" type="pres">
      <dgm:prSet presAssocID="{2FEB046E-7283-475C-B638-D1DBE20F59B0}" presName="compNode" presStyleCnt="0"/>
      <dgm:spPr/>
    </dgm:pt>
    <dgm:pt modelId="{2F2E1B18-950D-4346-84AF-FEAC975C1C25}" type="pres">
      <dgm:prSet presAssocID="{2FEB046E-7283-475C-B638-D1DBE20F59B0}" presName="bgRect" presStyleLbl="bgShp" presStyleIdx="0" presStyleCnt="4"/>
      <dgm:spPr/>
    </dgm:pt>
    <dgm:pt modelId="{7BAE275F-4D3F-4A8B-8C33-207FB7E970BB}" type="pres">
      <dgm:prSet presAssocID="{2FEB046E-7283-475C-B638-D1DBE20F59B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6AEDA87-384A-467C-A951-28CB7AFE45A8}" type="pres">
      <dgm:prSet presAssocID="{2FEB046E-7283-475C-B638-D1DBE20F59B0}" presName="spaceRect" presStyleCnt="0"/>
      <dgm:spPr/>
    </dgm:pt>
    <dgm:pt modelId="{C24BAD59-AA40-427F-857A-0D8E83F606B9}" type="pres">
      <dgm:prSet presAssocID="{2FEB046E-7283-475C-B638-D1DBE20F59B0}" presName="parTx" presStyleLbl="revTx" presStyleIdx="0" presStyleCnt="4">
        <dgm:presLayoutVars>
          <dgm:chMax val="0"/>
          <dgm:chPref val="0"/>
        </dgm:presLayoutVars>
      </dgm:prSet>
      <dgm:spPr/>
    </dgm:pt>
    <dgm:pt modelId="{93993F37-0B82-4257-92E7-19837B908383}" type="pres">
      <dgm:prSet presAssocID="{DCF58954-569B-4123-BED3-5917A00D2D04}" presName="sibTrans" presStyleCnt="0"/>
      <dgm:spPr/>
    </dgm:pt>
    <dgm:pt modelId="{9C2C4FA3-9960-45BB-B298-81B03EA63841}" type="pres">
      <dgm:prSet presAssocID="{BA5EFCAA-D202-469E-8836-7A2A23384B97}" presName="compNode" presStyleCnt="0"/>
      <dgm:spPr/>
    </dgm:pt>
    <dgm:pt modelId="{19A7E213-1136-4DCE-AC0C-EC4BA0845F89}" type="pres">
      <dgm:prSet presAssocID="{BA5EFCAA-D202-469E-8836-7A2A23384B97}" presName="bgRect" presStyleLbl="bgShp" presStyleIdx="1" presStyleCnt="4"/>
      <dgm:spPr/>
    </dgm:pt>
    <dgm:pt modelId="{8AADF38E-D7B4-47CE-AE71-A6005C3409CE}" type="pres">
      <dgm:prSet presAssocID="{BA5EFCAA-D202-469E-8836-7A2A23384B9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ctrician"/>
        </a:ext>
      </dgm:extLst>
    </dgm:pt>
    <dgm:pt modelId="{5BB849B0-9928-4AB6-BF34-DF5871684B57}" type="pres">
      <dgm:prSet presAssocID="{BA5EFCAA-D202-469E-8836-7A2A23384B97}" presName="spaceRect" presStyleCnt="0"/>
      <dgm:spPr/>
    </dgm:pt>
    <dgm:pt modelId="{22E751AC-A4D3-4F27-9CF2-060F60766AA3}" type="pres">
      <dgm:prSet presAssocID="{BA5EFCAA-D202-469E-8836-7A2A23384B97}" presName="parTx" presStyleLbl="revTx" presStyleIdx="1" presStyleCnt="4">
        <dgm:presLayoutVars>
          <dgm:chMax val="0"/>
          <dgm:chPref val="0"/>
        </dgm:presLayoutVars>
      </dgm:prSet>
      <dgm:spPr/>
    </dgm:pt>
    <dgm:pt modelId="{5EA3A103-08CB-49D2-B3D8-87E87C77E549}" type="pres">
      <dgm:prSet presAssocID="{8BFC05E3-6F06-4BBC-B4F6-6E01E842D5F7}" presName="sibTrans" presStyleCnt="0"/>
      <dgm:spPr/>
    </dgm:pt>
    <dgm:pt modelId="{CEEF5B54-BE10-466B-87AE-61E10DD64374}" type="pres">
      <dgm:prSet presAssocID="{5A678019-203E-4805-8979-2575B8B55044}" presName="compNode" presStyleCnt="0"/>
      <dgm:spPr/>
    </dgm:pt>
    <dgm:pt modelId="{36563BB7-0E74-413E-8A92-40DDD29E0CCD}" type="pres">
      <dgm:prSet presAssocID="{5A678019-203E-4805-8979-2575B8B55044}" presName="bgRect" presStyleLbl="bgShp" presStyleIdx="2" presStyleCnt="4"/>
      <dgm:spPr/>
    </dgm:pt>
    <dgm:pt modelId="{A565BAA5-E841-45CD-9DB3-D2410337D67C}" type="pres">
      <dgm:prSet presAssocID="{5A678019-203E-4805-8979-2575B8B5504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B0DE7605-840D-42DC-A517-3186234544AF}" type="pres">
      <dgm:prSet presAssocID="{5A678019-203E-4805-8979-2575B8B55044}" presName="spaceRect" presStyleCnt="0"/>
      <dgm:spPr/>
    </dgm:pt>
    <dgm:pt modelId="{857F65BA-34D1-49F3-9D9C-90BB0E2EAE16}" type="pres">
      <dgm:prSet presAssocID="{5A678019-203E-4805-8979-2575B8B55044}" presName="parTx" presStyleLbl="revTx" presStyleIdx="2" presStyleCnt="4">
        <dgm:presLayoutVars>
          <dgm:chMax val="0"/>
          <dgm:chPref val="0"/>
        </dgm:presLayoutVars>
      </dgm:prSet>
      <dgm:spPr/>
    </dgm:pt>
    <dgm:pt modelId="{E07E82AB-B1FA-4CE9-879F-48FB3B14208F}" type="pres">
      <dgm:prSet presAssocID="{828E646C-C8D0-48FF-9A83-FD6FD48ADA1A}" presName="sibTrans" presStyleCnt="0"/>
      <dgm:spPr/>
    </dgm:pt>
    <dgm:pt modelId="{A36F5505-ACDA-4649-BA3C-9614FD19F890}" type="pres">
      <dgm:prSet presAssocID="{80E271B0-E9B7-4142-AEDD-79FDA05564CB}" presName="compNode" presStyleCnt="0"/>
      <dgm:spPr/>
    </dgm:pt>
    <dgm:pt modelId="{9AFDCBE9-48FA-4CE2-BDB7-E0311D760EE3}" type="pres">
      <dgm:prSet presAssocID="{80E271B0-E9B7-4142-AEDD-79FDA05564CB}" presName="bgRect" presStyleLbl="bgShp" presStyleIdx="3" presStyleCnt="4"/>
      <dgm:spPr/>
    </dgm:pt>
    <dgm:pt modelId="{E58B3551-AAFB-43BA-92A5-E8B8220EEBAF}" type="pres">
      <dgm:prSet presAssocID="{80E271B0-E9B7-4142-AEDD-79FDA05564C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9B9502E0-A598-4C1A-8436-4332029DD36A}" type="pres">
      <dgm:prSet presAssocID="{80E271B0-E9B7-4142-AEDD-79FDA05564CB}" presName="spaceRect" presStyleCnt="0"/>
      <dgm:spPr/>
    </dgm:pt>
    <dgm:pt modelId="{32B5D1A7-1ADF-4E15-B7AD-1A359B2B80F0}" type="pres">
      <dgm:prSet presAssocID="{80E271B0-E9B7-4142-AEDD-79FDA05564C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3FE9B01-8DAB-4C04-9507-90B40AD8B37D}" type="presOf" srcId="{BA5EFCAA-D202-469E-8836-7A2A23384B97}" destId="{22E751AC-A4D3-4F27-9CF2-060F60766AA3}" srcOrd="0" destOrd="0" presId="urn:microsoft.com/office/officeart/2018/2/layout/IconVerticalSolidList"/>
    <dgm:cxn modelId="{D5A23E06-BD2D-4EB9-BFE1-DAC4204B2E36}" srcId="{E2CFB045-794A-4595-9991-534527B41F39}" destId="{5A678019-203E-4805-8979-2575B8B55044}" srcOrd="2" destOrd="0" parTransId="{25455DB1-5BEE-4A38-90A8-90BFCFE8F0EC}" sibTransId="{828E646C-C8D0-48FF-9A83-FD6FD48ADA1A}"/>
    <dgm:cxn modelId="{B9CB142D-EC70-443F-87CF-8E0699495D67}" type="presOf" srcId="{80E271B0-E9B7-4142-AEDD-79FDA05564CB}" destId="{32B5D1A7-1ADF-4E15-B7AD-1A359B2B80F0}" srcOrd="0" destOrd="0" presId="urn:microsoft.com/office/officeart/2018/2/layout/IconVerticalSolidList"/>
    <dgm:cxn modelId="{F8016C46-2F18-4AE9-B4E4-93A720FDC1A2}" srcId="{E2CFB045-794A-4595-9991-534527B41F39}" destId="{BA5EFCAA-D202-469E-8836-7A2A23384B97}" srcOrd="1" destOrd="0" parTransId="{E294E2B0-F082-481F-8ECB-226FF0E7ABAE}" sibTransId="{8BFC05E3-6F06-4BBC-B4F6-6E01E842D5F7}"/>
    <dgm:cxn modelId="{8B935B75-CB8C-4634-950F-58EFE74304C8}" type="presOf" srcId="{E2CFB045-794A-4595-9991-534527B41F39}" destId="{196829D7-CC54-4E01-92A8-F7C51AA5A134}" srcOrd="0" destOrd="0" presId="urn:microsoft.com/office/officeart/2018/2/layout/IconVerticalSolidList"/>
    <dgm:cxn modelId="{1603AC58-60F4-43E4-8C6A-6F4DEE6716B4}" srcId="{E2CFB045-794A-4595-9991-534527B41F39}" destId="{2FEB046E-7283-475C-B638-D1DBE20F59B0}" srcOrd="0" destOrd="0" parTransId="{BCA2E74D-D64F-4EC6-B5FA-E1F161865378}" sibTransId="{DCF58954-569B-4123-BED3-5917A00D2D04}"/>
    <dgm:cxn modelId="{DFE4C2AA-C7F2-4283-B7D0-5A6505C8054C}" type="presOf" srcId="{5A678019-203E-4805-8979-2575B8B55044}" destId="{857F65BA-34D1-49F3-9D9C-90BB0E2EAE16}" srcOrd="0" destOrd="0" presId="urn:microsoft.com/office/officeart/2018/2/layout/IconVerticalSolidList"/>
    <dgm:cxn modelId="{7D8DEDC6-3E79-4C97-BE18-42CD59FDA3E3}" type="presOf" srcId="{2FEB046E-7283-475C-B638-D1DBE20F59B0}" destId="{C24BAD59-AA40-427F-857A-0D8E83F606B9}" srcOrd="0" destOrd="0" presId="urn:microsoft.com/office/officeart/2018/2/layout/IconVerticalSolidList"/>
    <dgm:cxn modelId="{C0AB8FCE-046C-4E4E-8B59-C4D2C5C31D5C}" srcId="{E2CFB045-794A-4595-9991-534527B41F39}" destId="{80E271B0-E9B7-4142-AEDD-79FDA05564CB}" srcOrd="3" destOrd="0" parTransId="{8F29E531-AB2F-453D-B140-AFE0EF6C94FC}" sibTransId="{81F804E0-8B8D-4A62-A7EF-38277AFC8187}"/>
    <dgm:cxn modelId="{CCA3A9C8-88DF-4814-A83F-69867329A9F5}" type="presParOf" srcId="{196829D7-CC54-4E01-92A8-F7C51AA5A134}" destId="{DB180A53-05DC-4F2D-8C65-CB081D18145E}" srcOrd="0" destOrd="0" presId="urn:microsoft.com/office/officeart/2018/2/layout/IconVerticalSolidList"/>
    <dgm:cxn modelId="{85E3CE4D-AD01-4F13-9665-1125B789B1B7}" type="presParOf" srcId="{DB180A53-05DC-4F2D-8C65-CB081D18145E}" destId="{2F2E1B18-950D-4346-84AF-FEAC975C1C25}" srcOrd="0" destOrd="0" presId="urn:microsoft.com/office/officeart/2018/2/layout/IconVerticalSolidList"/>
    <dgm:cxn modelId="{730E0FBD-3761-48E9-A276-50F3D236FD0F}" type="presParOf" srcId="{DB180A53-05DC-4F2D-8C65-CB081D18145E}" destId="{7BAE275F-4D3F-4A8B-8C33-207FB7E970BB}" srcOrd="1" destOrd="0" presId="urn:microsoft.com/office/officeart/2018/2/layout/IconVerticalSolidList"/>
    <dgm:cxn modelId="{7E16F8D4-1CD0-40B5-BFA2-CEA939F4F3F3}" type="presParOf" srcId="{DB180A53-05DC-4F2D-8C65-CB081D18145E}" destId="{36AEDA87-384A-467C-A951-28CB7AFE45A8}" srcOrd="2" destOrd="0" presId="urn:microsoft.com/office/officeart/2018/2/layout/IconVerticalSolidList"/>
    <dgm:cxn modelId="{54AEE427-3887-42DC-A81A-B9C00522645B}" type="presParOf" srcId="{DB180A53-05DC-4F2D-8C65-CB081D18145E}" destId="{C24BAD59-AA40-427F-857A-0D8E83F606B9}" srcOrd="3" destOrd="0" presId="urn:microsoft.com/office/officeart/2018/2/layout/IconVerticalSolidList"/>
    <dgm:cxn modelId="{F8852A51-4A88-4982-AFF8-99A4EFBA895B}" type="presParOf" srcId="{196829D7-CC54-4E01-92A8-F7C51AA5A134}" destId="{93993F37-0B82-4257-92E7-19837B908383}" srcOrd="1" destOrd="0" presId="urn:microsoft.com/office/officeart/2018/2/layout/IconVerticalSolidList"/>
    <dgm:cxn modelId="{A45F9F1E-2FB6-483F-B682-A09F3609D72E}" type="presParOf" srcId="{196829D7-CC54-4E01-92A8-F7C51AA5A134}" destId="{9C2C4FA3-9960-45BB-B298-81B03EA63841}" srcOrd="2" destOrd="0" presId="urn:microsoft.com/office/officeart/2018/2/layout/IconVerticalSolidList"/>
    <dgm:cxn modelId="{54F4BE21-85EC-4503-AEB2-AB0151DB9086}" type="presParOf" srcId="{9C2C4FA3-9960-45BB-B298-81B03EA63841}" destId="{19A7E213-1136-4DCE-AC0C-EC4BA0845F89}" srcOrd="0" destOrd="0" presId="urn:microsoft.com/office/officeart/2018/2/layout/IconVerticalSolidList"/>
    <dgm:cxn modelId="{FD2156A8-C4D1-41E7-86C8-323CED7CE907}" type="presParOf" srcId="{9C2C4FA3-9960-45BB-B298-81B03EA63841}" destId="{8AADF38E-D7B4-47CE-AE71-A6005C3409CE}" srcOrd="1" destOrd="0" presId="urn:microsoft.com/office/officeart/2018/2/layout/IconVerticalSolidList"/>
    <dgm:cxn modelId="{99767CAF-AEE3-4F3D-8C78-E7862F034689}" type="presParOf" srcId="{9C2C4FA3-9960-45BB-B298-81B03EA63841}" destId="{5BB849B0-9928-4AB6-BF34-DF5871684B57}" srcOrd="2" destOrd="0" presId="urn:microsoft.com/office/officeart/2018/2/layout/IconVerticalSolidList"/>
    <dgm:cxn modelId="{051E8C47-213F-44F6-B479-1F6DCB045A4A}" type="presParOf" srcId="{9C2C4FA3-9960-45BB-B298-81B03EA63841}" destId="{22E751AC-A4D3-4F27-9CF2-060F60766AA3}" srcOrd="3" destOrd="0" presId="urn:microsoft.com/office/officeart/2018/2/layout/IconVerticalSolidList"/>
    <dgm:cxn modelId="{ED071D21-94B6-4B4B-9412-1472638D3D92}" type="presParOf" srcId="{196829D7-CC54-4E01-92A8-F7C51AA5A134}" destId="{5EA3A103-08CB-49D2-B3D8-87E87C77E549}" srcOrd="3" destOrd="0" presId="urn:microsoft.com/office/officeart/2018/2/layout/IconVerticalSolidList"/>
    <dgm:cxn modelId="{DFDAC77F-1E1A-409F-9D72-5B7E590DB3E5}" type="presParOf" srcId="{196829D7-CC54-4E01-92A8-F7C51AA5A134}" destId="{CEEF5B54-BE10-466B-87AE-61E10DD64374}" srcOrd="4" destOrd="0" presId="urn:microsoft.com/office/officeart/2018/2/layout/IconVerticalSolidList"/>
    <dgm:cxn modelId="{6BD1DCB6-6663-4739-89E7-DE26CAD54A7E}" type="presParOf" srcId="{CEEF5B54-BE10-466B-87AE-61E10DD64374}" destId="{36563BB7-0E74-413E-8A92-40DDD29E0CCD}" srcOrd="0" destOrd="0" presId="urn:microsoft.com/office/officeart/2018/2/layout/IconVerticalSolidList"/>
    <dgm:cxn modelId="{E1D0DC3D-2BE8-4641-A2E4-C682961A0DBE}" type="presParOf" srcId="{CEEF5B54-BE10-466B-87AE-61E10DD64374}" destId="{A565BAA5-E841-45CD-9DB3-D2410337D67C}" srcOrd="1" destOrd="0" presId="urn:microsoft.com/office/officeart/2018/2/layout/IconVerticalSolidList"/>
    <dgm:cxn modelId="{6E6F7DE6-E0DA-4FBD-A57C-AF184AB83F6B}" type="presParOf" srcId="{CEEF5B54-BE10-466B-87AE-61E10DD64374}" destId="{B0DE7605-840D-42DC-A517-3186234544AF}" srcOrd="2" destOrd="0" presId="urn:microsoft.com/office/officeart/2018/2/layout/IconVerticalSolidList"/>
    <dgm:cxn modelId="{A5637997-EE86-4CA0-84DA-741A70D40A67}" type="presParOf" srcId="{CEEF5B54-BE10-466B-87AE-61E10DD64374}" destId="{857F65BA-34D1-49F3-9D9C-90BB0E2EAE16}" srcOrd="3" destOrd="0" presId="urn:microsoft.com/office/officeart/2018/2/layout/IconVerticalSolidList"/>
    <dgm:cxn modelId="{F9370414-67E2-4EB1-963F-BAEA9112D30A}" type="presParOf" srcId="{196829D7-CC54-4E01-92A8-F7C51AA5A134}" destId="{E07E82AB-B1FA-4CE9-879F-48FB3B14208F}" srcOrd="5" destOrd="0" presId="urn:microsoft.com/office/officeart/2018/2/layout/IconVerticalSolidList"/>
    <dgm:cxn modelId="{83326391-3B7C-4266-AC78-BFDF062689AC}" type="presParOf" srcId="{196829D7-CC54-4E01-92A8-F7C51AA5A134}" destId="{A36F5505-ACDA-4649-BA3C-9614FD19F890}" srcOrd="6" destOrd="0" presId="urn:microsoft.com/office/officeart/2018/2/layout/IconVerticalSolidList"/>
    <dgm:cxn modelId="{0A8D1798-89CF-42FA-A9CC-E7DE007DA9A6}" type="presParOf" srcId="{A36F5505-ACDA-4649-BA3C-9614FD19F890}" destId="{9AFDCBE9-48FA-4CE2-BDB7-E0311D760EE3}" srcOrd="0" destOrd="0" presId="urn:microsoft.com/office/officeart/2018/2/layout/IconVerticalSolidList"/>
    <dgm:cxn modelId="{1E0655CA-C5B4-470F-AB32-2BB6D6504F18}" type="presParOf" srcId="{A36F5505-ACDA-4649-BA3C-9614FD19F890}" destId="{E58B3551-AAFB-43BA-92A5-E8B8220EEBAF}" srcOrd="1" destOrd="0" presId="urn:microsoft.com/office/officeart/2018/2/layout/IconVerticalSolidList"/>
    <dgm:cxn modelId="{9AB0E626-82C5-4653-BB5E-130DDAEC47C7}" type="presParOf" srcId="{A36F5505-ACDA-4649-BA3C-9614FD19F890}" destId="{9B9502E0-A598-4C1A-8436-4332029DD36A}" srcOrd="2" destOrd="0" presId="urn:microsoft.com/office/officeart/2018/2/layout/IconVerticalSolidList"/>
    <dgm:cxn modelId="{FCB2D3D5-DE5C-425F-8B87-3DF0F0FEB391}" type="presParOf" srcId="{A36F5505-ACDA-4649-BA3C-9614FD19F890}" destId="{32B5D1A7-1ADF-4E15-B7AD-1A359B2B80F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B088D9D-8A05-4E8E-8BC4-579DA7F3E86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11F7363-3376-48E8-8715-332B6A6DF9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Split into X (features) and y (target)</a:t>
          </a:r>
        </a:p>
      </dgm:t>
    </dgm:pt>
    <dgm:pt modelId="{A548AF63-1FAB-486B-A284-B709C4D084A9}" type="parTrans" cxnId="{53843225-B8B5-4939-991C-B3D50C913116}">
      <dgm:prSet/>
      <dgm:spPr/>
      <dgm:t>
        <a:bodyPr/>
        <a:lstStyle/>
        <a:p>
          <a:endParaRPr lang="en-US"/>
        </a:p>
      </dgm:t>
    </dgm:pt>
    <dgm:pt modelId="{43E6541C-9607-45C0-9D3E-B8556825751E}" type="sibTrans" cxnId="{53843225-B8B5-4939-991C-B3D50C913116}">
      <dgm:prSet/>
      <dgm:spPr/>
      <dgm:t>
        <a:bodyPr/>
        <a:lstStyle/>
        <a:p>
          <a:endParaRPr lang="en-US"/>
        </a:p>
      </dgm:t>
    </dgm:pt>
    <dgm:pt modelId="{0ED2A6E9-F25D-4C82-A3E2-C00812DA15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Purpose: Prepare for model training</a:t>
          </a:r>
        </a:p>
      </dgm:t>
    </dgm:pt>
    <dgm:pt modelId="{29D622EC-9D1D-4C88-8A82-FCE8CAC42613}" type="parTrans" cxnId="{30EA3CD9-ECD1-4EE7-B88C-B0A32843AF5A}">
      <dgm:prSet/>
      <dgm:spPr/>
      <dgm:t>
        <a:bodyPr/>
        <a:lstStyle/>
        <a:p>
          <a:endParaRPr lang="en-US"/>
        </a:p>
      </dgm:t>
    </dgm:pt>
    <dgm:pt modelId="{AB0F350D-84AD-4B6C-8EFA-39A6EAD0C628}" type="sibTrans" cxnId="{30EA3CD9-ECD1-4EE7-B88C-B0A32843AF5A}">
      <dgm:prSet/>
      <dgm:spPr/>
      <dgm:t>
        <a:bodyPr/>
        <a:lstStyle/>
        <a:p>
          <a:endParaRPr lang="en-US"/>
        </a:p>
      </dgm:t>
    </dgm:pt>
    <dgm:pt modelId="{7EE80DE8-E5C6-49C2-8DB6-A5E633C8DD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Why: ML algorithms require explicit separation</a:t>
          </a:r>
        </a:p>
      </dgm:t>
    </dgm:pt>
    <dgm:pt modelId="{5F3A64B7-FDFC-4785-BA6E-46F1139DBC4C}" type="parTrans" cxnId="{F6B7882E-3B1C-415D-BC7C-B3D065A6D21D}">
      <dgm:prSet/>
      <dgm:spPr/>
      <dgm:t>
        <a:bodyPr/>
        <a:lstStyle/>
        <a:p>
          <a:endParaRPr lang="en-US"/>
        </a:p>
      </dgm:t>
    </dgm:pt>
    <dgm:pt modelId="{AF9C240A-ECF6-47C0-9BBD-5F7E92B0EC47}" type="sibTrans" cxnId="{F6B7882E-3B1C-415D-BC7C-B3D065A6D21D}">
      <dgm:prSet/>
      <dgm:spPr/>
      <dgm:t>
        <a:bodyPr/>
        <a:lstStyle/>
        <a:p>
          <a:endParaRPr lang="en-US"/>
        </a:p>
      </dgm:t>
    </dgm:pt>
    <dgm:pt modelId="{4D83F668-304E-4CBB-B73A-B09767E71F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Converts Revenue to binary for Online dataset</a:t>
          </a:r>
        </a:p>
      </dgm:t>
    </dgm:pt>
    <dgm:pt modelId="{82B79992-5EC9-4C3A-89BD-0E97B3C4FA98}" type="parTrans" cxnId="{78D1B7A6-49A3-44A8-A5FD-5AC1CDC29086}">
      <dgm:prSet/>
      <dgm:spPr/>
      <dgm:t>
        <a:bodyPr/>
        <a:lstStyle/>
        <a:p>
          <a:endParaRPr lang="en-US"/>
        </a:p>
      </dgm:t>
    </dgm:pt>
    <dgm:pt modelId="{5DC91102-29A0-46B8-8F60-B17335BB2A1E}" type="sibTrans" cxnId="{78D1B7A6-49A3-44A8-A5FD-5AC1CDC29086}">
      <dgm:prSet/>
      <dgm:spPr/>
      <dgm:t>
        <a:bodyPr/>
        <a:lstStyle/>
        <a:p>
          <a:endParaRPr lang="en-US"/>
        </a:p>
      </dgm:t>
    </dgm:pt>
    <dgm:pt modelId="{DC609084-DD9A-4A88-89D4-233DABC08E5B}" type="pres">
      <dgm:prSet presAssocID="{9B088D9D-8A05-4E8E-8BC4-579DA7F3E86A}" presName="root" presStyleCnt="0">
        <dgm:presLayoutVars>
          <dgm:dir/>
          <dgm:resizeHandles val="exact"/>
        </dgm:presLayoutVars>
      </dgm:prSet>
      <dgm:spPr/>
    </dgm:pt>
    <dgm:pt modelId="{35571797-6200-4B51-953A-E3675B7C4436}" type="pres">
      <dgm:prSet presAssocID="{B11F7363-3376-48E8-8715-332B6A6DF988}" presName="compNode" presStyleCnt="0"/>
      <dgm:spPr/>
    </dgm:pt>
    <dgm:pt modelId="{27DD7E99-9301-4B0D-AB12-65E7242B85C3}" type="pres">
      <dgm:prSet presAssocID="{B11F7363-3376-48E8-8715-332B6A6DF988}" presName="bgRect" presStyleLbl="bgShp" presStyleIdx="0" presStyleCnt="4"/>
      <dgm:spPr/>
    </dgm:pt>
    <dgm:pt modelId="{1EB7A7C1-279B-4C2C-A30E-0E6F5D1878CA}" type="pres">
      <dgm:prSet presAssocID="{B11F7363-3376-48E8-8715-332B6A6DF98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B4034A1B-509C-4584-9CEF-FA9C372C7BCF}" type="pres">
      <dgm:prSet presAssocID="{B11F7363-3376-48E8-8715-332B6A6DF988}" presName="spaceRect" presStyleCnt="0"/>
      <dgm:spPr/>
    </dgm:pt>
    <dgm:pt modelId="{2853B745-2DCA-4E96-AB96-DF0045F3B4E5}" type="pres">
      <dgm:prSet presAssocID="{B11F7363-3376-48E8-8715-332B6A6DF988}" presName="parTx" presStyleLbl="revTx" presStyleIdx="0" presStyleCnt="4">
        <dgm:presLayoutVars>
          <dgm:chMax val="0"/>
          <dgm:chPref val="0"/>
        </dgm:presLayoutVars>
      </dgm:prSet>
      <dgm:spPr/>
    </dgm:pt>
    <dgm:pt modelId="{98DF482A-BA32-4ACE-A092-25C5C5A85083}" type="pres">
      <dgm:prSet presAssocID="{43E6541C-9607-45C0-9D3E-B8556825751E}" presName="sibTrans" presStyleCnt="0"/>
      <dgm:spPr/>
    </dgm:pt>
    <dgm:pt modelId="{102266AF-5D42-47F3-8E00-A46A5C499153}" type="pres">
      <dgm:prSet presAssocID="{0ED2A6E9-F25D-4C82-A3E2-C00812DA15A8}" presName="compNode" presStyleCnt="0"/>
      <dgm:spPr/>
    </dgm:pt>
    <dgm:pt modelId="{E22BD283-A610-4DD8-A1DE-920BF1EEAA32}" type="pres">
      <dgm:prSet presAssocID="{0ED2A6E9-F25D-4C82-A3E2-C00812DA15A8}" presName="bgRect" presStyleLbl="bgShp" presStyleIdx="1" presStyleCnt="4"/>
      <dgm:spPr/>
    </dgm:pt>
    <dgm:pt modelId="{7EC27B38-B5EB-4954-AFEB-9155E0B1DE27}" type="pres">
      <dgm:prSet presAssocID="{0ED2A6E9-F25D-4C82-A3E2-C00812DA15A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D79BA51D-A9DD-44E5-9D91-4B197F09E1E0}" type="pres">
      <dgm:prSet presAssocID="{0ED2A6E9-F25D-4C82-A3E2-C00812DA15A8}" presName="spaceRect" presStyleCnt="0"/>
      <dgm:spPr/>
    </dgm:pt>
    <dgm:pt modelId="{290A5582-18F3-4CF2-9A13-F79862F2BC52}" type="pres">
      <dgm:prSet presAssocID="{0ED2A6E9-F25D-4C82-A3E2-C00812DA15A8}" presName="parTx" presStyleLbl="revTx" presStyleIdx="1" presStyleCnt="4">
        <dgm:presLayoutVars>
          <dgm:chMax val="0"/>
          <dgm:chPref val="0"/>
        </dgm:presLayoutVars>
      </dgm:prSet>
      <dgm:spPr/>
    </dgm:pt>
    <dgm:pt modelId="{71189408-7B26-4DC8-9E0E-F087D9C72C1F}" type="pres">
      <dgm:prSet presAssocID="{AB0F350D-84AD-4B6C-8EFA-39A6EAD0C628}" presName="sibTrans" presStyleCnt="0"/>
      <dgm:spPr/>
    </dgm:pt>
    <dgm:pt modelId="{8775830C-BC96-4EDC-8D38-5F29CE6CE257}" type="pres">
      <dgm:prSet presAssocID="{7EE80DE8-E5C6-49C2-8DB6-A5E633C8DD20}" presName="compNode" presStyleCnt="0"/>
      <dgm:spPr/>
    </dgm:pt>
    <dgm:pt modelId="{967F3FB9-7F4A-4A89-AD30-03D9C4CED49F}" type="pres">
      <dgm:prSet presAssocID="{7EE80DE8-E5C6-49C2-8DB6-A5E633C8DD20}" presName="bgRect" presStyleLbl="bgShp" presStyleIdx="2" presStyleCnt="4"/>
      <dgm:spPr/>
    </dgm:pt>
    <dgm:pt modelId="{A5D302A0-2E7D-42C8-A3F5-1C8C0152A9B4}" type="pres">
      <dgm:prSet presAssocID="{7EE80DE8-E5C6-49C2-8DB6-A5E633C8DD2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B64A4C8-279E-4332-896E-3D0CA5A6D01A}" type="pres">
      <dgm:prSet presAssocID="{7EE80DE8-E5C6-49C2-8DB6-A5E633C8DD20}" presName="spaceRect" presStyleCnt="0"/>
      <dgm:spPr/>
    </dgm:pt>
    <dgm:pt modelId="{4D06C37B-A5B8-4DFE-8CC1-410BC695D7B3}" type="pres">
      <dgm:prSet presAssocID="{7EE80DE8-E5C6-49C2-8DB6-A5E633C8DD20}" presName="parTx" presStyleLbl="revTx" presStyleIdx="2" presStyleCnt="4">
        <dgm:presLayoutVars>
          <dgm:chMax val="0"/>
          <dgm:chPref val="0"/>
        </dgm:presLayoutVars>
      </dgm:prSet>
      <dgm:spPr/>
    </dgm:pt>
    <dgm:pt modelId="{78B71543-0F86-4C14-8BFC-C8AD3CC01D30}" type="pres">
      <dgm:prSet presAssocID="{AF9C240A-ECF6-47C0-9BBD-5F7E92B0EC47}" presName="sibTrans" presStyleCnt="0"/>
      <dgm:spPr/>
    </dgm:pt>
    <dgm:pt modelId="{C00A6370-0E06-433B-8037-BBCA6756A749}" type="pres">
      <dgm:prSet presAssocID="{4D83F668-304E-4CBB-B73A-B09767E71F09}" presName="compNode" presStyleCnt="0"/>
      <dgm:spPr/>
    </dgm:pt>
    <dgm:pt modelId="{478865B9-CCE8-456D-8407-EEE2392A8743}" type="pres">
      <dgm:prSet presAssocID="{4D83F668-304E-4CBB-B73A-B09767E71F09}" presName="bgRect" presStyleLbl="bgShp" presStyleIdx="3" presStyleCnt="4"/>
      <dgm:spPr/>
    </dgm:pt>
    <dgm:pt modelId="{FA925C31-541C-443B-A39D-D0FC4A70E094}" type="pres">
      <dgm:prSet presAssocID="{4D83F668-304E-4CBB-B73A-B09767E71F0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969D039-FCEA-43EA-890B-8CA36829D15A}" type="pres">
      <dgm:prSet presAssocID="{4D83F668-304E-4CBB-B73A-B09767E71F09}" presName="spaceRect" presStyleCnt="0"/>
      <dgm:spPr/>
    </dgm:pt>
    <dgm:pt modelId="{2EAABD7B-FE29-4FD3-BB18-ED027CC9AF41}" type="pres">
      <dgm:prSet presAssocID="{4D83F668-304E-4CBB-B73A-B09767E71F0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3843225-B8B5-4939-991C-B3D50C913116}" srcId="{9B088D9D-8A05-4E8E-8BC4-579DA7F3E86A}" destId="{B11F7363-3376-48E8-8715-332B6A6DF988}" srcOrd="0" destOrd="0" parTransId="{A548AF63-1FAB-486B-A284-B709C4D084A9}" sibTransId="{43E6541C-9607-45C0-9D3E-B8556825751E}"/>
    <dgm:cxn modelId="{F6B7882E-3B1C-415D-BC7C-B3D065A6D21D}" srcId="{9B088D9D-8A05-4E8E-8BC4-579DA7F3E86A}" destId="{7EE80DE8-E5C6-49C2-8DB6-A5E633C8DD20}" srcOrd="2" destOrd="0" parTransId="{5F3A64B7-FDFC-4785-BA6E-46F1139DBC4C}" sibTransId="{AF9C240A-ECF6-47C0-9BBD-5F7E92B0EC47}"/>
    <dgm:cxn modelId="{4C87C47E-4E18-4A06-809B-997E0890AD73}" type="presOf" srcId="{4D83F668-304E-4CBB-B73A-B09767E71F09}" destId="{2EAABD7B-FE29-4FD3-BB18-ED027CC9AF41}" srcOrd="0" destOrd="0" presId="urn:microsoft.com/office/officeart/2018/2/layout/IconVerticalSolidList"/>
    <dgm:cxn modelId="{F77C3093-FA1F-42D3-ADA2-9CA5BB4B85E0}" type="presOf" srcId="{B11F7363-3376-48E8-8715-332B6A6DF988}" destId="{2853B745-2DCA-4E96-AB96-DF0045F3B4E5}" srcOrd="0" destOrd="0" presId="urn:microsoft.com/office/officeart/2018/2/layout/IconVerticalSolidList"/>
    <dgm:cxn modelId="{78D1B7A6-49A3-44A8-A5FD-5AC1CDC29086}" srcId="{9B088D9D-8A05-4E8E-8BC4-579DA7F3E86A}" destId="{4D83F668-304E-4CBB-B73A-B09767E71F09}" srcOrd="3" destOrd="0" parTransId="{82B79992-5EC9-4C3A-89BD-0E97B3C4FA98}" sibTransId="{5DC91102-29A0-46B8-8F60-B17335BB2A1E}"/>
    <dgm:cxn modelId="{E0BCF0C1-ADF9-494B-BFA0-FBD4011866FD}" type="presOf" srcId="{0ED2A6E9-F25D-4C82-A3E2-C00812DA15A8}" destId="{290A5582-18F3-4CF2-9A13-F79862F2BC52}" srcOrd="0" destOrd="0" presId="urn:microsoft.com/office/officeart/2018/2/layout/IconVerticalSolidList"/>
    <dgm:cxn modelId="{EE4245CE-A963-42DC-B960-669FD675690E}" type="presOf" srcId="{9B088D9D-8A05-4E8E-8BC4-579DA7F3E86A}" destId="{DC609084-DD9A-4A88-89D4-233DABC08E5B}" srcOrd="0" destOrd="0" presId="urn:microsoft.com/office/officeart/2018/2/layout/IconVerticalSolidList"/>
    <dgm:cxn modelId="{30EA3CD9-ECD1-4EE7-B88C-B0A32843AF5A}" srcId="{9B088D9D-8A05-4E8E-8BC4-579DA7F3E86A}" destId="{0ED2A6E9-F25D-4C82-A3E2-C00812DA15A8}" srcOrd="1" destOrd="0" parTransId="{29D622EC-9D1D-4C88-8A82-FCE8CAC42613}" sibTransId="{AB0F350D-84AD-4B6C-8EFA-39A6EAD0C628}"/>
    <dgm:cxn modelId="{ED67C3E9-A4F3-444D-9CF2-7AEE4A3BD404}" type="presOf" srcId="{7EE80DE8-E5C6-49C2-8DB6-A5E633C8DD20}" destId="{4D06C37B-A5B8-4DFE-8CC1-410BC695D7B3}" srcOrd="0" destOrd="0" presId="urn:microsoft.com/office/officeart/2018/2/layout/IconVerticalSolidList"/>
    <dgm:cxn modelId="{1FC711DE-3CE6-4A1D-B15F-19A197A82B76}" type="presParOf" srcId="{DC609084-DD9A-4A88-89D4-233DABC08E5B}" destId="{35571797-6200-4B51-953A-E3675B7C4436}" srcOrd="0" destOrd="0" presId="urn:microsoft.com/office/officeart/2018/2/layout/IconVerticalSolidList"/>
    <dgm:cxn modelId="{0CA721A2-71C4-4C8B-8DE5-D5AB718BDC25}" type="presParOf" srcId="{35571797-6200-4B51-953A-E3675B7C4436}" destId="{27DD7E99-9301-4B0D-AB12-65E7242B85C3}" srcOrd="0" destOrd="0" presId="urn:microsoft.com/office/officeart/2018/2/layout/IconVerticalSolidList"/>
    <dgm:cxn modelId="{56F37C28-1ACC-42E1-99DE-3EB8135E4174}" type="presParOf" srcId="{35571797-6200-4B51-953A-E3675B7C4436}" destId="{1EB7A7C1-279B-4C2C-A30E-0E6F5D1878CA}" srcOrd="1" destOrd="0" presId="urn:microsoft.com/office/officeart/2018/2/layout/IconVerticalSolidList"/>
    <dgm:cxn modelId="{93A74F79-3479-4874-977A-1544FD1B1A81}" type="presParOf" srcId="{35571797-6200-4B51-953A-E3675B7C4436}" destId="{B4034A1B-509C-4584-9CEF-FA9C372C7BCF}" srcOrd="2" destOrd="0" presId="urn:microsoft.com/office/officeart/2018/2/layout/IconVerticalSolidList"/>
    <dgm:cxn modelId="{DDBF5728-D38E-4B94-AC19-52AB780627B8}" type="presParOf" srcId="{35571797-6200-4B51-953A-E3675B7C4436}" destId="{2853B745-2DCA-4E96-AB96-DF0045F3B4E5}" srcOrd="3" destOrd="0" presId="urn:microsoft.com/office/officeart/2018/2/layout/IconVerticalSolidList"/>
    <dgm:cxn modelId="{E4FD00B9-AE19-4BE0-B4D1-FC0ED456213C}" type="presParOf" srcId="{DC609084-DD9A-4A88-89D4-233DABC08E5B}" destId="{98DF482A-BA32-4ACE-A092-25C5C5A85083}" srcOrd="1" destOrd="0" presId="urn:microsoft.com/office/officeart/2018/2/layout/IconVerticalSolidList"/>
    <dgm:cxn modelId="{CB0BF72D-93E0-41A6-84F9-2D65D01F6A5A}" type="presParOf" srcId="{DC609084-DD9A-4A88-89D4-233DABC08E5B}" destId="{102266AF-5D42-47F3-8E00-A46A5C499153}" srcOrd="2" destOrd="0" presId="urn:microsoft.com/office/officeart/2018/2/layout/IconVerticalSolidList"/>
    <dgm:cxn modelId="{BEEB9724-3515-41DE-B356-574C9A12A438}" type="presParOf" srcId="{102266AF-5D42-47F3-8E00-A46A5C499153}" destId="{E22BD283-A610-4DD8-A1DE-920BF1EEAA32}" srcOrd="0" destOrd="0" presId="urn:microsoft.com/office/officeart/2018/2/layout/IconVerticalSolidList"/>
    <dgm:cxn modelId="{BFC741A1-910E-45EA-89BF-C809CDC4DB6E}" type="presParOf" srcId="{102266AF-5D42-47F3-8E00-A46A5C499153}" destId="{7EC27B38-B5EB-4954-AFEB-9155E0B1DE27}" srcOrd="1" destOrd="0" presId="urn:microsoft.com/office/officeart/2018/2/layout/IconVerticalSolidList"/>
    <dgm:cxn modelId="{DAE31370-578C-47B6-95C6-C6BCE0A01211}" type="presParOf" srcId="{102266AF-5D42-47F3-8E00-A46A5C499153}" destId="{D79BA51D-A9DD-44E5-9D91-4B197F09E1E0}" srcOrd="2" destOrd="0" presId="urn:microsoft.com/office/officeart/2018/2/layout/IconVerticalSolidList"/>
    <dgm:cxn modelId="{FC4EB0BE-2C1B-4BC2-B60E-7D907F582DE4}" type="presParOf" srcId="{102266AF-5D42-47F3-8E00-A46A5C499153}" destId="{290A5582-18F3-4CF2-9A13-F79862F2BC52}" srcOrd="3" destOrd="0" presId="urn:microsoft.com/office/officeart/2018/2/layout/IconVerticalSolidList"/>
    <dgm:cxn modelId="{01692047-58B1-4D46-A859-108DE196B42D}" type="presParOf" srcId="{DC609084-DD9A-4A88-89D4-233DABC08E5B}" destId="{71189408-7B26-4DC8-9E0E-F087D9C72C1F}" srcOrd="3" destOrd="0" presId="urn:microsoft.com/office/officeart/2018/2/layout/IconVerticalSolidList"/>
    <dgm:cxn modelId="{709903C4-8626-487D-9811-E24B949C6CBF}" type="presParOf" srcId="{DC609084-DD9A-4A88-89D4-233DABC08E5B}" destId="{8775830C-BC96-4EDC-8D38-5F29CE6CE257}" srcOrd="4" destOrd="0" presId="urn:microsoft.com/office/officeart/2018/2/layout/IconVerticalSolidList"/>
    <dgm:cxn modelId="{F7CD3D45-F0AF-41A0-81AF-BDB25C9C33F0}" type="presParOf" srcId="{8775830C-BC96-4EDC-8D38-5F29CE6CE257}" destId="{967F3FB9-7F4A-4A89-AD30-03D9C4CED49F}" srcOrd="0" destOrd="0" presId="urn:microsoft.com/office/officeart/2018/2/layout/IconVerticalSolidList"/>
    <dgm:cxn modelId="{72636794-AC7C-477E-961D-72331B864D4F}" type="presParOf" srcId="{8775830C-BC96-4EDC-8D38-5F29CE6CE257}" destId="{A5D302A0-2E7D-42C8-A3F5-1C8C0152A9B4}" srcOrd="1" destOrd="0" presId="urn:microsoft.com/office/officeart/2018/2/layout/IconVerticalSolidList"/>
    <dgm:cxn modelId="{2D8A033B-47C0-4D14-8253-66D77B763D71}" type="presParOf" srcId="{8775830C-BC96-4EDC-8D38-5F29CE6CE257}" destId="{FB64A4C8-279E-4332-896E-3D0CA5A6D01A}" srcOrd="2" destOrd="0" presId="urn:microsoft.com/office/officeart/2018/2/layout/IconVerticalSolidList"/>
    <dgm:cxn modelId="{61A18389-B7F8-48BF-B96E-48F7F30E63F8}" type="presParOf" srcId="{8775830C-BC96-4EDC-8D38-5F29CE6CE257}" destId="{4D06C37B-A5B8-4DFE-8CC1-410BC695D7B3}" srcOrd="3" destOrd="0" presId="urn:microsoft.com/office/officeart/2018/2/layout/IconVerticalSolidList"/>
    <dgm:cxn modelId="{75D2A8A8-B0DF-47B4-84C0-D8426B37E981}" type="presParOf" srcId="{DC609084-DD9A-4A88-89D4-233DABC08E5B}" destId="{78B71543-0F86-4C14-8BFC-C8AD3CC01D30}" srcOrd="5" destOrd="0" presId="urn:microsoft.com/office/officeart/2018/2/layout/IconVerticalSolidList"/>
    <dgm:cxn modelId="{3A127E8F-22F6-47EE-A98E-9F1B4BFB58FE}" type="presParOf" srcId="{DC609084-DD9A-4A88-89D4-233DABC08E5B}" destId="{C00A6370-0E06-433B-8037-BBCA6756A749}" srcOrd="6" destOrd="0" presId="urn:microsoft.com/office/officeart/2018/2/layout/IconVerticalSolidList"/>
    <dgm:cxn modelId="{84A28D7D-E045-43C8-9344-9C814C44BE4E}" type="presParOf" srcId="{C00A6370-0E06-433B-8037-BBCA6756A749}" destId="{478865B9-CCE8-456D-8407-EEE2392A8743}" srcOrd="0" destOrd="0" presId="urn:microsoft.com/office/officeart/2018/2/layout/IconVerticalSolidList"/>
    <dgm:cxn modelId="{ECCCB83B-EFD8-4CD2-BA6D-35E5A59A038F}" type="presParOf" srcId="{C00A6370-0E06-433B-8037-BBCA6756A749}" destId="{FA925C31-541C-443B-A39D-D0FC4A70E094}" srcOrd="1" destOrd="0" presId="urn:microsoft.com/office/officeart/2018/2/layout/IconVerticalSolidList"/>
    <dgm:cxn modelId="{F9975C66-21D9-4500-AA0E-FC6E5D6460E4}" type="presParOf" srcId="{C00A6370-0E06-433B-8037-BBCA6756A749}" destId="{8969D039-FCEA-43EA-890B-8CA36829D15A}" srcOrd="2" destOrd="0" presId="urn:microsoft.com/office/officeart/2018/2/layout/IconVerticalSolidList"/>
    <dgm:cxn modelId="{B01D1E9F-8DD6-4804-9F4E-68AAA966C6AA}" type="presParOf" srcId="{C00A6370-0E06-433B-8037-BBCA6756A749}" destId="{2EAABD7B-FE29-4FD3-BB18-ED027CC9AF4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8D84FD8-18FB-4C3E-9458-9198D42C21A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712D905-0B24-4738-B4EB-99BD7982E6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Stratified 80/20 split</a:t>
          </a:r>
        </a:p>
      </dgm:t>
    </dgm:pt>
    <dgm:pt modelId="{EABBA748-ADB1-45E0-A7FC-CBAC7260977E}" type="parTrans" cxnId="{C2AFE45C-7D9D-4115-899E-C2B37ABDB7BE}">
      <dgm:prSet/>
      <dgm:spPr/>
      <dgm:t>
        <a:bodyPr/>
        <a:lstStyle/>
        <a:p>
          <a:endParaRPr lang="en-US"/>
        </a:p>
      </dgm:t>
    </dgm:pt>
    <dgm:pt modelId="{0B3240FD-3D3A-415D-ABFE-1D85A10AC012}" type="sibTrans" cxnId="{C2AFE45C-7D9D-4115-899E-C2B37ABDB7BE}">
      <dgm:prSet/>
      <dgm:spPr/>
      <dgm:t>
        <a:bodyPr/>
        <a:lstStyle/>
        <a:p>
          <a:endParaRPr lang="en-US"/>
        </a:p>
      </dgm:t>
    </dgm:pt>
    <dgm:pt modelId="{D7D51458-7482-4D07-BF12-980882CDDE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Purpose: Evaluate performance on unseen data</a:t>
          </a:r>
        </a:p>
      </dgm:t>
    </dgm:pt>
    <dgm:pt modelId="{2BA27883-FDFE-485C-A8F3-A72D5D74B7B9}" type="parTrans" cxnId="{99CACC90-A80D-4B2A-8936-E1898A3E630B}">
      <dgm:prSet/>
      <dgm:spPr/>
      <dgm:t>
        <a:bodyPr/>
        <a:lstStyle/>
        <a:p>
          <a:endParaRPr lang="en-US"/>
        </a:p>
      </dgm:t>
    </dgm:pt>
    <dgm:pt modelId="{2949A72F-F61C-4536-AC33-8E2669F7D1C5}" type="sibTrans" cxnId="{99CACC90-A80D-4B2A-8936-E1898A3E630B}">
      <dgm:prSet/>
      <dgm:spPr/>
      <dgm:t>
        <a:bodyPr/>
        <a:lstStyle/>
        <a:p>
          <a:endParaRPr lang="en-US"/>
        </a:p>
      </dgm:t>
    </dgm:pt>
    <dgm:pt modelId="{9C0ECEE2-9D08-4661-9AF1-C29392EA3F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Why: Prevents overfitting and preserves class ratio</a:t>
          </a:r>
        </a:p>
      </dgm:t>
    </dgm:pt>
    <dgm:pt modelId="{1860E56D-CCEE-4BCA-A87D-1357F4172503}" type="parTrans" cxnId="{937041B3-0CD0-41B2-A970-A16F3FD26678}">
      <dgm:prSet/>
      <dgm:spPr/>
      <dgm:t>
        <a:bodyPr/>
        <a:lstStyle/>
        <a:p>
          <a:endParaRPr lang="en-US"/>
        </a:p>
      </dgm:t>
    </dgm:pt>
    <dgm:pt modelId="{54B539C0-BED0-4E99-82F2-08A0701C48A3}" type="sibTrans" cxnId="{937041B3-0CD0-41B2-A970-A16F3FD26678}">
      <dgm:prSet/>
      <dgm:spPr/>
      <dgm:t>
        <a:bodyPr/>
        <a:lstStyle/>
        <a:p>
          <a:endParaRPr lang="en-US"/>
        </a:p>
      </dgm:t>
    </dgm:pt>
    <dgm:pt modelId="{CD00DC56-618B-4E68-80D3-1497A77B02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Test set remains untouched by balancing</a:t>
          </a:r>
        </a:p>
      </dgm:t>
    </dgm:pt>
    <dgm:pt modelId="{9C05ADBC-6D1E-4348-B465-0E3A77253275}" type="parTrans" cxnId="{96572F55-FBC2-40B7-B986-5F9F5AF62B37}">
      <dgm:prSet/>
      <dgm:spPr/>
      <dgm:t>
        <a:bodyPr/>
        <a:lstStyle/>
        <a:p>
          <a:endParaRPr lang="en-US"/>
        </a:p>
      </dgm:t>
    </dgm:pt>
    <dgm:pt modelId="{7DC2B5AF-A0A9-4A6F-9D52-F5C5642DAA3B}" type="sibTrans" cxnId="{96572F55-FBC2-40B7-B986-5F9F5AF62B37}">
      <dgm:prSet/>
      <dgm:spPr/>
      <dgm:t>
        <a:bodyPr/>
        <a:lstStyle/>
        <a:p>
          <a:endParaRPr lang="en-US"/>
        </a:p>
      </dgm:t>
    </dgm:pt>
    <dgm:pt modelId="{F208D5DD-E799-470A-922A-42C2949A5F95}" type="pres">
      <dgm:prSet presAssocID="{38D84FD8-18FB-4C3E-9458-9198D42C21A9}" presName="root" presStyleCnt="0">
        <dgm:presLayoutVars>
          <dgm:dir/>
          <dgm:resizeHandles val="exact"/>
        </dgm:presLayoutVars>
      </dgm:prSet>
      <dgm:spPr/>
    </dgm:pt>
    <dgm:pt modelId="{4FC1C010-BB64-449C-952C-3E7EB8EFF408}" type="pres">
      <dgm:prSet presAssocID="{A712D905-0B24-4738-B4EB-99BD7982E662}" presName="compNode" presStyleCnt="0"/>
      <dgm:spPr/>
    </dgm:pt>
    <dgm:pt modelId="{9A6C9259-58F0-48EB-808A-EF7B4C56273A}" type="pres">
      <dgm:prSet presAssocID="{A712D905-0B24-4738-B4EB-99BD7982E662}" presName="bgRect" presStyleLbl="bgShp" presStyleIdx="0" presStyleCnt="4"/>
      <dgm:spPr/>
    </dgm:pt>
    <dgm:pt modelId="{A76C1E06-AD68-4E76-94BF-2004DCA9D57E}" type="pres">
      <dgm:prSet presAssocID="{A712D905-0B24-4738-B4EB-99BD7982E66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D8F61638-A92A-442C-AA05-802556897992}" type="pres">
      <dgm:prSet presAssocID="{A712D905-0B24-4738-B4EB-99BD7982E662}" presName="spaceRect" presStyleCnt="0"/>
      <dgm:spPr/>
    </dgm:pt>
    <dgm:pt modelId="{11EF40BD-EDB9-4D80-945F-84722A87274F}" type="pres">
      <dgm:prSet presAssocID="{A712D905-0B24-4738-B4EB-99BD7982E662}" presName="parTx" presStyleLbl="revTx" presStyleIdx="0" presStyleCnt="4">
        <dgm:presLayoutVars>
          <dgm:chMax val="0"/>
          <dgm:chPref val="0"/>
        </dgm:presLayoutVars>
      </dgm:prSet>
      <dgm:spPr/>
    </dgm:pt>
    <dgm:pt modelId="{DB0DBFAF-73C8-48E5-B128-41C83F8094C7}" type="pres">
      <dgm:prSet presAssocID="{0B3240FD-3D3A-415D-ABFE-1D85A10AC012}" presName="sibTrans" presStyleCnt="0"/>
      <dgm:spPr/>
    </dgm:pt>
    <dgm:pt modelId="{35DDFB73-5EA6-4668-B37B-22EE34FFC0BE}" type="pres">
      <dgm:prSet presAssocID="{D7D51458-7482-4D07-BF12-980882CDDED0}" presName="compNode" presStyleCnt="0"/>
      <dgm:spPr/>
    </dgm:pt>
    <dgm:pt modelId="{A190CEB0-C020-49AE-99D9-E1DD86290DE8}" type="pres">
      <dgm:prSet presAssocID="{D7D51458-7482-4D07-BF12-980882CDDED0}" presName="bgRect" presStyleLbl="bgShp" presStyleIdx="1" presStyleCnt="4"/>
      <dgm:spPr/>
    </dgm:pt>
    <dgm:pt modelId="{0A0E8DC3-8471-462F-B2D0-DBE27DE314B4}" type="pres">
      <dgm:prSet presAssocID="{D7D51458-7482-4D07-BF12-980882CDDED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ind"/>
        </a:ext>
      </dgm:extLst>
    </dgm:pt>
    <dgm:pt modelId="{07D58D35-0BDB-415B-B581-4677656D1F2B}" type="pres">
      <dgm:prSet presAssocID="{D7D51458-7482-4D07-BF12-980882CDDED0}" presName="spaceRect" presStyleCnt="0"/>
      <dgm:spPr/>
    </dgm:pt>
    <dgm:pt modelId="{4ACA07B2-7B1F-4E61-BC54-FCDF5B9A59E5}" type="pres">
      <dgm:prSet presAssocID="{D7D51458-7482-4D07-BF12-980882CDDED0}" presName="parTx" presStyleLbl="revTx" presStyleIdx="1" presStyleCnt="4">
        <dgm:presLayoutVars>
          <dgm:chMax val="0"/>
          <dgm:chPref val="0"/>
        </dgm:presLayoutVars>
      </dgm:prSet>
      <dgm:spPr/>
    </dgm:pt>
    <dgm:pt modelId="{76EEB24B-1862-4969-964E-BB23C47F1012}" type="pres">
      <dgm:prSet presAssocID="{2949A72F-F61C-4536-AC33-8E2669F7D1C5}" presName="sibTrans" presStyleCnt="0"/>
      <dgm:spPr/>
    </dgm:pt>
    <dgm:pt modelId="{87503F11-14AD-4D51-A833-E4737B2527F1}" type="pres">
      <dgm:prSet presAssocID="{9C0ECEE2-9D08-4661-9AF1-C29392EA3FD5}" presName="compNode" presStyleCnt="0"/>
      <dgm:spPr/>
    </dgm:pt>
    <dgm:pt modelId="{AE25D19B-B3CC-4FFC-8EBA-0240480AAED6}" type="pres">
      <dgm:prSet presAssocID="{9C0ECEE2-9D08-4661-9AF1-C29392EA3FD5}" presName="bgRect" presStyleLbl="bgShp" presStyleIdx="2" presStyleCnt="4"/>
      <dgm:spPr/>
    </dgm:pt>
    <dgm:pt modelId="{684E46D7-08C8-4DB9-B385-DA29DE4DCD26}" type="pres">
      <dgm:prSet presAssocID="{9C0ECEE2-9D08-4661-9AF1-C29392EA3FD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er"/>
        </a:ext>
      </dgm:extLst>
    </dgm:pt>
    <dgm:pt modelId="{35AD6A0B-F106-4AC0-85B9-A04E957F9795}" type="pres">
      <dgm:prSet presAssocID="{9C0ECEE2-9D08-4661-9AF1-C29392EA3FD5}" presName="spaceRect" presStyleCnt="0"/>
      <dgm:spPr/>
    </dgm:pt>
    <dgm:pt modelId="{C0260CEB-1CEB-4433-80F2-DEF569B06151}" type="pres">
      <dgm:prSet presAssocID="{9C0ECEE2-9D08-4661-9AF1-C29392EA3FD5}" presName="parTx" presStyleLbl="revTx" presStyleIdx="2" presStyleCnt="4">
        <dgm:presLayoutVars>
          <dgm:chMax val="0"/>
          <dgm:chPref val="0"/>
        </dgm:presLayoutVars>
      </dgm:prSet>
      <dgm:spPr/>
    </dgm:pt>
    <dgm:pt modelId="{084D9866-43C1-412C-8E62-EC1BD6C7FC47}" type="pres">
      <dgm:prSet presAssocID="{54B539C0-BED0-4E99-82F2-08A0701C48A3}" presName="sibTrans" presStyleCnt="0"/>
      <dgm:spPr/>
    </dgm:pt>
    <dgm:pt modelId="{6CC3915A-9D89-41EF-9E56-5B3C5DAB709D}" type="pres">
      <dgm:prSet presAssocID="{CD00DC56-618B-4E68-80D3-1497A77B02A4}" presName="compNode" presStyleCnt="0"/>
      <dgm:spPr/>
    </dgm:pt>
    <dgm:pt modelId="{83675527-395B-4222-90E6-6ED8DAB5CD0B}" type="pres">
      <dgm:prSet presAssocID="{CD00DC56-618B-4E68-80D3-1497A77B02A4}" presName="bgRect" presStyleLbl="bgShp" presStyleIdx="3" presStyleCnt="4"/>
      <dgm:spPr/>
    </dgm:pt>
    <dgm:pt modelId="{33B35632-2DCA-45CD-8D06-3BBF6B197329}" type="pres">
      <dgm:prSet presAssocID="{CD00DC56-618B-4E68-80D3-1497A77B02A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8A8BD8F3-3079-42CD-9F89-388934F86487}" type="pres">
      <dgm:prSet presAssocID="{CD00DC56-618B-4E68-80D3-1497A77B02A4}" presName="spaceRect" presStyleCnt="0"/>
      <dgm:spPr/>
    </dgm:pt>
    <dgm:pt modelId="{1EE8FC44-D8FE-4857-B92A-402083B4D65C}" type="pres">
      <dgm:prSet presAssocID="{CD00DC56-618B-4E68-80D3-1497A77B02A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2AFE45C-7D9D-4115-899E-C2B37ABDB7BE}" srcId="{38D84FD8-18FB-4C3E-9458-9198D42C21A9}" destId="{A712D905-0B24-4738-B4EB-99BD7982E662}" srcOrd="0" destOrd="0" parTransId="{EABBA748-ADB1-45E0-A7FC-CBAC7260977E}" sibTransId="{0B3240FD-3D3A-415D-ABFE-1D85A10AC012}"/>
    <dgm:cxn modelId="{96572F55-FBC2-40B7-B986-5F9F5AF62B37}" srcId="{38D84FD8-18FB-4C3E-9458-9198D42C21A9}" destId="{CD00DC56-618B-4E68-80D3-1497A77B02A4}" srcOrd="3" destOrd="0" parTransId="{9C05ADBC-6D1E-4348-B465-0E3A77253275}" sibTransId="{7DC2B5AF-A0A9-4A6F-9D52-F5C5642DAA3B}"/>
    <dgm:cxn modelId="{25695886-1C00-47A2-80AA-F8C4F852FFEE}" type="presOf" srcId="{A712D905-0B24-4738-B4EB-99BD7982E662}" destId="{11EF40BD-EDB9-4D80-945F-84722A87274F}" srcOrd="0" destOrd="0" presId="urn:microsoft.com/office/officeart/2018/2/layout/IconVerticalSolidList"/>
    <dgm:cxn modelId="{489C798F-84DC-4A36-B91D-52AFA9F1DC7F}" type="presOf" srcId="{D7D51458-7482-4D07-BF12-980882CDDED0}" destId="{4ACA07B2-7B1F-4E61-BC54-FCDF5B9A59E5}" srcOrd="0" destOrd="0" presId="urn:microsoft.com/office/officeart/2018/2/layout/IconVerticalSolidList"/>
    <dgm:cxn modelId="{99CACC90-A80D-4B2A-8936-E1898A3E630B}" srcId="{38D84FD8-18FB-4C3E-9458-9198D42C21A9}" destId="{D7D51458-7482-4D07-BF12-980882CDDED0}" srcOrd="1" destOrd="0" parTransId="{2BA27883-FDFE-485C-A8F3-A72D5D74B7B9}" sibTransId="{2949A72F-F61C-4536-AC33-8E2669F7D1C5}"/>
    <dgm:cxn modelId="{937041B3-0CD0-41B2-A970-A16F3FD26678}" srcId="{38D84FD8-18FB-4C3E-9458-9198D42C21A9}" destId="{9C0ECEE2-9D08-4661-9AF1-C29392EA3FD5}" srcOrd="2" destOrd="0" parTransId="{1860E56D-CCEE-4BCA-A87D-1357F4172503}" sibTransId="{54B539C0-BED0-4E99-82F2-08A0701C48A3}"/>
    <dgm:cxn modelId="{689791B7-1335-4795-8C3D-FA7801790523}" type="presOf" srcId="{38D84FD8-18FB-4C3E-9458-9198D42C21A9}" destId="{F208D5DD-E799-470A-922A-42C2949A5F95}" srcOrd="0" destOrd="0" presId="urn:microsoft.com/office/officeart/2018/2/layout/IconVerticalSolidList"/>
    <dgm:cxn modelId="{C04255CE-470D-45B6-ACA3-3CDAFC386C73}" type="presOf" srcId="{CD00DC56-618B-4E68-80D3-1497A77B02A4}" destId="{1EE8FC44-D8FE-4857-B92A-402083B4D65C}" srcOrd="0" destOrd="0" presId="urn:microsoft.com/office/officeart/2018/2/layout/IconVerticalSolidList"/>
    <dgm:cxn modelId="{F10992F1-5F9A-45C1-8732-9AF096F7F34A}" type="presOf" srcId="{9C0ECEE2-9D08-4661-9AF1-C29392EA3FD5}" destId="{C0260CEB-1CEB-4433-80F2-DEF569B06151}" srcOrd="0" destOrd="0" presId="urn:microsoft.com/office/officeart/2018/2/layout/IconVerticalSolidList"/>
    <dgm:cxn modelId="{45C8ADE0-A95A-47AC-9CEE-5D5EC3A0BCFD}" type="presParOf" srcId="{F208D5DD-E799-470A-922A-42C2949A5F95}" destId="{4FC1C010-BB64-449C-952C-3E7EB8EFF408}" srcOrd="0" destOrd="0" presId="urn:microsoft.com/office/officeart/2018/2/layout/IconVerticalSolidList"/>
    <dgm:cxn modelId="{7D046E5B-6F85-4D31-9B3C-7E3EBF72CB9D}" type="presParOf" srcId="{4FC1C010-BB64-449C-952C-3E7EB8EFF408}" destId="{9A6C9259-58F0-48EB-808A-EF7B4C56273A}" srcOrd="0" destOrd="0" presId="urn:microsoft.com/office/officeart/2018/2/layout/IconVerticalSolidList"/>
    <dgm:cxn modelId="{0BBFC5B0-F6BB-4E6C-85FF-5E5F962C006F}" type="presParOf" srcId="{4FC1C010-BB64-449C-952C-3E7EB8EFF408}" destId="{A76C1E06-AD68-4E76-94BF-2004DCA9D57E}" srcOrd="1" destOrd="0" presId="urn:microsoft.com/office/officeart/2018/2/layout/IconVerticalSolidList"/>
    <dgm:cxn modelId="{93339E9E-3735-4B1F-ADFB-EFD6D1834C56}" type="presParOf" srcId="{4FC1C010-BB64-449C-952C-3E7EB8EFF408}" destId="{D8F61638-A92A-442C-AA05-802556897992}" srcOrd="2" destOrd="0" presId="urn:microsoft.com/office/officeart/2018/2/layout/IconVerticalSolidList"/>
    <dgm:cxn modelId="{C3B850A0-B431-4C98-ABFF-EEFA3D56BEB8}" type="presParOf" srcId="{4FC1C010-BB64-449C-952C-3E7EB8EFF408}" destId="{11EF40BD-EDB9-4D80-945F-84722A87274F}" srcOrd="3" destOrd="0" presId="urn:microsoft.com/office/officeart/2018/2/layout/IconVerticalSolidList"/>
    <dgm:cxn modelId="{3ACEF92D-FDD2-4C9E-93F7-40031F9035AD}" type="presParOf" srcId="{F208D5DD-E799-470A-922A-42C2949A5F95}" destId="{DB0DBFAF-73C8-48E5-B128-41C83F8094C7}" srcOrd="1" destOrd="0" presId="urn:microsoft.com/office/officeart/2018/2/layout/IconVerticalSolidList"/>
    <dgm:cxn modelId="{8B96FD73-A27B-4C36-9ADE-BFD5137CF13F}" type="presParOf" srcId="{F208D5DD-E799-470A-922A-42C2949A5F95}" destId="{35DDFB73-5EA6-4668-B37B-22EE34FFC0BE}" srcOrd="2" destOrd="0" presId="urn:microsoft.com/office/officeart/2018/2/layout/IconVerticalSolidList"/>
    <dgm:cxn modelId="{5EB79260-D5FD-4B90-BDBD-95D4493D8855}" type="presParOf" srcId="{35DDFB73-5EA6-4668-B37B-22EE34FFC0BE}" destId="{A190CEB0-C020-49AE-99D9-E1DD86290DE8}" srcOrd="0" destOrd="0" presId="urn:microsoft.com/office/officeart/2018/2/layout/IconVerticalSolidList"/>
    <dgm:cxn modelId="{178302DF-6ADA-4690-8158-BCA164CEED94}" type="presParOf" srcId="{35DDFB73-5EA6-4668-B37B-22EE34FFC0BE}" destId="{0A0E8DC3-8471-462F-B2D0-DBE27DE314B4}" srcOrd="1" destOrd="0" presId="urn:microsoft.com/office/officeart/2018/2/layout/IconVerticalSolidList"/>
    <dgm:cxn modelId="{99A0C8BB-9D85-4656-AA40-E00ABC2DFD0C}" type="presParOf" srcId="{35DDFB73-5EA6-4668-B37B-22EE34FFC0BE}" destId="{07D58D35-0BDB-415B-B581-4677656D1F2B}" srcOrd="2" destOrd="0" presId="urn:microsoft.com/office/officeart/2018/2/layout/IconVerticalSolidList"/>
    <dgm:cxn modelId="{8D293319-D917-41E1-811F-68FE612AB39C}" type="presParOf" srcId="{35DDFB73-5EA6-4668-B37B-22EE34FFC0BE}" destId="{4ACA07B2-7B1F-4E61-BC54-FCDF5B9A59E5}" srcOrd="3" destOrd="0" presId="urn:microsoft.com/office/officeart/2018/2/layout/IconVerticalSolidList"/>
    <dgm:cxn modelId="{52207DE8-D6CD-4B97-96ED-98F5DD427EAD}" type="presParOf" srcId="{F208D5DD-E799-470A-922A-42C2949A5F95}" destId="{76EEB24B-1862-4969-964E-BB23C47F1012}" srcOrd="3" destOrd="0" presId="urn:microsoft.com/office/officeart/2018/2/layout/IconVerticalSolidList"/>
    <dgm:cxn modelId="{03AA186F-6EE8-4155-ADEE-94F86A5865DF}" type="presParOf" srcId="{F208D5DD-E799-470A-922A-42C2949A5F95}" destId="{87503F11-14AD-4D51-A833-E4737B2527F1}" srcOrd="4" destOrd="0" presId="urn:microsoft.com/office/officeart/2018/2/layout/IconVerticalSolidList"/>
    <dgm:cxn modelId="{54A5417B-128F-4921-B307-86CA04BD45FA}" type="presParOf" srcId="{87503F11-14AD-4D51-A833-E4737B2527F1}" destId="{AE25D19B-B3CC-4FFC-8EBA-0240480AAED6}" srcOrd="0" destOrd="0" presId="urn:microsoft.com/office/officeart/2018/2/layout/IconVerticalSolidList"/>
    <dgm:cxn modelId="{0B6FD895-FE6F-43D0-A43D-51D3B0A03CE8}" type="presParOf" srcId="{87503F11-14AD-4D51-A833-E4737B2527F1}" destId="{684E46D7-08C8-4DB9-B385-DA29DE4DCD26}" srcOrd="1" destOrd="0" presId="urn:microsoft.com/office/officeart/2018/2/layout/IconVerticalSolidList"/>
    <dgm:cxn modelId="{220A1447-97E3-42A7-ADA5-25B18ED811EB}" type="presParOf" srcId="{87503F11-14AD-4D51-A833-E4737B2527F1}" destId="{35AD6A0B-F106-4AC0-85B9-A04E957F9795}" srcOrd="2" destOrd="0" presId="urn:microsoft.com/office/officeart/2018/2/layout/IconVerticalSolidList"/>
    <dgm:cxn modelId="{3CDA1354-47AB-437A-934E-33A6D066E122}" type="presParOf" srcId="{87503F11-14AD-4D51-A833-E4737B2527F1}" destId="{C0260CEB-1CEB-4433-80F2-DEF569B06151}" srcOrd="3" destOrd="0" presId="urn:microsoft.com/office/officeart/2018/2/layout/IconVerticalSolidList"/>
    <dgm:cxn modelId="{53E55420-A531-4BCE-A679-0027B72DA7DE}" type="presParOf" srcId="{F208D5DD-E799-470A-922A-42C2949A5F95}" destId="{084D9866-43C1-412C-8E62-EC1BD6C7FC47}" srcOrd="5" destOrd="0" presId="urn:microsoft.com/office/officeart/2018/2/layout/IconVerticalSolidList"/>
    <dgm:cxn modelId="{DDF17325-6DD3-4E12-8538-A9EC6A147110}" type="presParOf" srcId="{F208D5DD-E799-470A-922A-42C2949A5F95}" destId="{6CC3915A-9D89-41EF-9E56-5B3C5DAB709D}" srcOrd="6" destOrd="0" presId="urn:microsoft.com/office/officeart/2018/2/layout/IconVerticalSolidList"/>
    <dgm:cxn modelId="{B177F01F-9FB5-403F-8B1D-26B938FC04BE}" type="presParOf" srcId="{6CC3915A-9D89-41EF-9E56-5B3C5DAB709D}" destId="{83675527-395B-4222-90E6-6ED8DAB5CD0B}" srcOrd="0" destOrd="0" presId="urn:microsoft.com/office/officeart/2018/2/layout/IconVerticalSolidList"/>
    <dgm:cxn modelId="{53B35CBA-2522-41D8-BA2B-BA242F7D8DCC}" type="presParOf" srcId="{6CC3915A-9D89-41EF-9E56-5B3C5DAB709D}" destId="{33B35632-2DCA-45CD-8D06-3BBF6B197329}" srcOrd="1" destOrd="0" presId="urn:microsoft.com/office/officeart/2018/2/layout/IconVerticalSolidList"/>
    <dgm:cxn modelId="{EC72DA8A-4DF7-429D-B8AD-02D35132F6D7}" type="presParOf" srcId="{6CC3915A-9D89-41EF-9E56-5B3C5DAB709D}" destId="{8A8BD8F3-3079-42CD-9F89-388934F86487}" srcOrd="2" destOrd="0" presId="urn:microsoft.com/office/officeart/2018/2/layout/IconVerticalSolidList"/>
    <dgm:cxn modelId="{33E31869-0570-4011-BE9F-DBC61946EE05}" type="presParOf" srcId="{6CC3915A-9D89-41EF-9E56-5B3C5DAB709D}" destId="{1EE8FC44-D8FE-4857-B92A-402083B4D65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DBCED3E-0F64-46F5-8C68-BD422F7AF33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30CC7DA-A7F7-4619-8454-7BD19562D976}">
      <dgm:prSet/>
      <dgm:spPr/>
      <dgm:t>
        <a:bodyPr/>
        <a:lstStyle/>
        <a:p>
          <a:r>
            <a:rPr lang="en-US"/>
            <a:t>Numeric pipeline:</a:t>
          </a:r>
        </a:p>
      </dgm:t>
    </dgm:pt>
    <dgm:pt modelId="{8980D2EC-FCE2-4848-BBC6-1BB2FFB290EE}" type="parTrans" cxnId="{6342F90A-A2E1-4C61-A24C-4447D4132761}">
      <dgm:prSet/>
      <dgm:spPr/>
      <dgm:t>
        <a:bodyPr/>
        <a:lstStyle/>
        <a:p>
          <a:endParaRPr lang="en-US"/>
        </a:p>
      </dgm:t>
    </dgm:pt>
    <dgm:pt modelId="{B76751F9-8336-4CA4-98B3-DB73097A74CD}" type="sibTrans" cxnId="{6342F90A-A2E1-4C61-A24C-4447D4132761}">
      <dgm:prSet/>
      <dgm:spPr/>
      <dgm:t>
        <a:bodyPr/>
        <a:lstStyle/>
        <a:p>
          <a:endParaRPr lang="en-US"/>
        </a:p>
      </dgm:t>
    </dgm:pt>
    <dgm:pt modelId="{D76B1A08-30A0-4C48-B4CA-65FD36319108}">
      <dgm:prSet/>
      <dgm:spPr/>
      <dgm:t>
        <a:bodyPr/>
        <a:lstStyle/>
        <a:p>
          <a:r>
            <a:rPr lang="en-US"/>
            <a:t>KNNImputer: fill missing numeric data</a:t>
          </a:r>
        </a:p>
      </dgm:t>
    </dgm:pt>
    <dgm:pt modelId="{4899C160-8FDE-48EF-BB01-D5976102FD0E}" type="parTrans" cxnId="{E97B0430-6014-4A5A-B8B2-998279B55A5E}">
      <dgm:prSet/>
      <dgm:spPr/>
      <dgm:t>
        <a:bodyPr/>
        <a:lstStyle/>
        <a:p>
          <a:endParaRPr lang="en-US"/>
        </a:p>
      </dgm:t>
    </dgm:pt>
    <dgm:pt modelId="{2E0D06FC-55A1-4205-A2A6-A9F5270A0AD1}" type="sibTrans" cxnId="{E97B0430-6014-4A5A-B8B2-998279B55A5E}">
      <dgm:prSet/>
      <dgm:spPr/>
      <dgm:t>
        <a:bodyPr/>
        <a:lstStyle/>
        <a:p>
          <a:endParaRPr lang="en-US"/>
        </a:p>
      </dgm:t>
    </dgm:pt>
    <dgm:pt modelId="{94C9EFE0-04BF-44FE-BD87-22BFD96F8CED}">
      <dgm:prSet/>
      <dgm:spPr/>
      <dgm:t>
        <a:bodyPr/>
        <a:lstStyle/>
        <a:p>
          <a:r>
            <a:rPr lang="en-US"/>
            <a:t>StandardScaler: normalize scale</a:t>
          </a:r>
        </a:p>
      </dgm:t>
    </dgm:pt>
    <dgm:pt modelId="{88D4A3E4-CBDA-4C77-ABCA-51FC20BF909A}" type="parTrans" cxnId="{A3389B52-5DE2-461F-A467-C18F006583ED}">
      <dgm:prSet/>
      <dgm:spPr/>
      <dgm:t>
        <a:bodyPr/>
        <a:lstStyle/>
        <a:p>
          <a:endParaRPr lang="en-US"/>
        </a:p>
      </dgm:t>
    </dgm:pt>
    <dgm:pt modelId="{19DFA2AA-E7D9-4E7E-8A5C-86B2AD3B0C70}" type="sibTrans" cxnId="{A3389B52-5DE2-461F-A467-C18F006583ED}">
      <dgm:prSet/>
      <dgm:spPr/>
      <dgm:t>
        <a:bodyPr/>
        <a:lstStyle/>
        <a:p>
          <a:endParaRPr lang="en-US"/>
        </a:p>
      </dgm:t>
    </dgm:pt>
    <dgm:pt modelId="{783E5259-C0A2-4E17-88C0-8369395ABA56}">
      <dgm:prSet/>
      <dgm:spPr/>
      <dgm:t>
        <a:bodyPr/>
        <a:lstStyle/>
        <a:p>
          <a:r>
            <a:rPr lang="en-US"/>
            <a:t>Categorical pipeline:</a:t>
          </a:r>
        </a:p>
      </dgm:t>
    </dgm:pt>
    <dgm:pt modelId="{0257A955-D798-4CFC-ADCE-861215740D91}" type="parTrans" cxnId="{B2F36396-2AB8-4DF1-9845-90AF6E887AE1}">
      <dgm:prSet/>
      <dgm:spPr/>
      <dgm:t>
        <a:bodyPr/>
        <a:lstStyle/>
        <a:p>
          <a:endParaRPr lang="en-US"/>
        </a:p>
      </dgm:t>
    </dgm:pt>
    <dgm:pt modelId="{496A2E19-7763-4CBD-94E2-D123846D651A}" type="sibTrans" cxnId="{B2F36396-2AB8-4DF1-9845-90AF6E887AE1}">
      <dgm:prSet/>
      <dgm:spPr/>
      <dgm:t>
        <a:bodyPr/>
        <a:lstStyle/>
        <a:p>
          <a:endParaRPr lang="en-US"/>
        </a:p>
      </dgm:t>
    </dgm:pt>
    <dgm:pt modelId="{69CDCB75-A172-4DA8-A94A-A751EF086929}">
      <dgm:prSet/>
      <dgm:spPr/>
      <dgm:t>
        <a:bodyPr/>
        <a:lstStyle/>
        <a:p>
          <a:r>
            <a:rPr lang="en-US"/>
            <a:t>SimpleImputer: fill missing categories</a:t>
          </a:r>
        </a:p>
      </dgm:t>
    </dgm:pt>
    <dgm:pt modelId="{19B778E2-9699-40DC-98CB-AFD414D7B734}" type="parTrans" cxnId="{91F15CF2-7700-4C12-BBBB-64793C888FC8}">
      <dgm:prSet/>
      <dgm:spPr/>
      <dgm:t>
        <a:bodyPr/>
        <a:lstStyle/>
        <a:p>
          <a:endParaRPr lang="en-US"/>
        </a:p>
      </dgm:t>
    </dgm:pt>
    <dgm:pt modelId="{29E52B55-6345-4BB0-A4C2-AD343D2A1482}" type="sibTrans" cxnId="{91F15CF2-7700-4C12-BBBB-64793C888FC8}">
      <dgm:prSet/>
      <dgm:spPr/>
      <dgm:t>
        <a:bodyPr/>
        <a:lstStyle/>
        <a:p>
          <a:endParaRPr lang="en-US"/>
        </a:p>
      </dgm:t>
    </dgm:pt>
    <dgm:pt modelId="{E3D8A93E-8A5C-4A04-BDBE-440DCCBE7DEF}">
      <dgm:prSet/>
      <dgm:spPr/>
      <dgm:t>
        <a:bodyPr/>
        <a:lstStyle/>
        <a:p>
          <a:r>
            <a:rPr lang="en-US"/>
            <a:t>OneHotEncoder: convert to numeric</a:t>
          </a:r>
        </a:p>
      </dgm:t>
    </dgm:pt>
    <dgm:pt modelId="{93F0A352-10F8-459F-A8D3-46289E965B07}" type="parTrans" cxnId="{98143477-AF5A-412B-9A61-F70B2C2D8D75}">
      <dgm:prSet/>
      <dgm:spPr/>
      <dgm:t>
        <a:bodyPr/>
        <a:lstStyle/>
        <a:p>
          <a:endParaRPr lang="en-US"/>
        </a:p>
      </dgm:t>
    </dgm:pt>
    <dgm:pt modelId="{3CFDBB2D-D5CF-446D-86BC-4B4F0EFE0DAB}" type="sibTrans" cxnId="{98143477-AF5A-412B-9A61-F70B2C2D8D75}">
      <dgm:prSet/>
      <dgm:spPr/>
      <dgm:t>
        <a:bodyPr/>
        <a:lstStyle/>
        <a:p>
          <a:endParaRPr lang="en-US"/>
        </a:p>
      </dgm:t>
    </dgm:pt>
    <dgm:pt modelId="{7CD20580-C76A-42A1-937A-01D014FAE465}">
      <dgm:prSet/>
      <dgm:spPr/>
      <dgm:t>
        <a:bodyPr/>
        <a:lstStyle/>
        <a:p>
          <a:r>
            <a:rPr lang="en-US"/>
            <a:t>Purpose: Clean and standardize data</a:t>
          </a:r>
        </a:p>
      </dgm:t>
    </dgm:pt>
    <dgm:pt modelId="{DA3D04E2-48A5-4AE7-9835-08F231AE64A6}" type="parTrans" cxnId="{41C64388-E377-4F7E-B33A-580650E828FF}">
      <dgm:prSet/>
      <dgm:spPr/>
      <dgm:t>
        <a:bodyPr/>
        <a:lstStyle/>
        <a:p>
          <a:endParaRPr lang="en-US"/>
        </a:p>
      </dgm:t>
    </dgm:pt>
    <dgm:pt modelId="{1FD60BF3-6AC5-4762-87F1-C510430EABFD}" type="sibTrans" cxnId="{41C64388-E377-4F7E-B33A-580650E828FF}">
      <dgm:prSet/>
      <dgm:spPr/>
      <dgm:t>
        <a:bodyPr/>
        <a:lstStyle/>
        <a:p>
          <a:endParaRPr lang="en-US"/>
        </a:p>
      </dgm:t>
    </dgm:pt>
    <dgm:pt modelId="{B5DE9E72-7CC6-4C05-8B76-EED6A7E13408}" type="pres">
      <dgm:prSet presAssocID="{FDBCED3E-0F64-46F5-8C68-BD422F7AF33A}" presName="linear" presStyleCnt="0">
        <dgm:presLayoutVars>
          <dgm:dir/>
          <dgm:animLvl val="lvl"/>
          <dgm:resizeHandles val="exact"/>
        </dgm:presLayoutVars>
      </dgm:prSet>
      <dgm:spPr/>
    </dgm:pt>
    <dgm:pt modelId="{08A8E621-A137-493A-BE24-13EBA21BF1B9}" type="pres">
      <dgm:prSet presAssocID="{230CC7DA-A7F7-4619-8454-7BD19562D976}" presName="parentLin" presStyleCnt="0"/>
      <dgm:spPr/>
    </dgm:pt>
    <dgm:pt modelId="{99E705A1-616F-49F6-ADF0-10681121CE44}" type="pres">
      <dgm:prSet presAssocID="{230CC7DA-A7F7-4619-8454-7BD19562D976}" presName="parentLeftMargin" presStyleLbl="node1" presStyleIdx="0" presStyleCnt="3"/>
      <dgm:spPr/>
    </dgm:pt>
    <dgm:pt modelId="{C55E4230-AB67-464C-914A-0343B2E9BB2A}" type="pres">
      <dgm:prSet presAssocID="{230CC7DA-A7F7-4619-8454-7BD19562D97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81B32C8-55AE-44FC-BC59-632D759EBD02}" type="pres">
      <dgm:prSet presAssocID="{230CC7DA-A7F7-4619-8454-7BD19562D976}" presName="negativeSpace" presStyleCnt="0"/>
      <dgm:spPr/>
    </dgm:pt>
    <dgm:pt modelId="{139DF3C4-F4C3-4FCC-851A-6C4800A273FB}" type="pres">
      <dgm:prSet presAssocID="{230CC7DA-A7F7-4619-8454-7BD19562D976}" presName="childText" presStyleLbl="conFgAcc1" presStyleIdx="0" presStyleCnt="3">
        <dgm:presLayoutVars>
          <dgm:bulletEnabled val="1"/>
        </dgm:presLayoutVars>
      </dgm:prSet>
      <dgm:spPr/>
    </dgm:pt>
    <dgm:pt modelId="{34498018-5CD4-4484-9573-D89E6F0284BC}" type="pres">
      <dgm:prSet presAssocID="{B76751F9-8336-4CA4-98B3-DB73097A74CD}" presName="spaceBetweenRectangles" presStyleCnt="0"/>
      <dgm:spPr/>
    </dgm:pt>
    <dgm:pt modelId="{51A4FA33-AE2D-4941-A651-682B9E58C7B7}" type="pres">
      <dgm:prSet presAssocID="{783E5259-C0A2-4E17-88C0-8369395ABA56}" presName="parentLin" presStyleCnt="0"/>
      <dgm:spPr/>
    </dgm:pt>
    <dgm:pt modelId="{2212E8FF-B696-41D4-BEB0-0408AE138DF6}" type="pres">
      <dgm:prSet presAssocID="{783E5259-C0A2-4E17-88C0-8369395ABA56}" presName="parentLeftMargin" presStyleLbl="node1" presStyleIdx="0" presStyleCnt="3"/>
      <dgm:spPr/>
    </dgm:pt>
    <dgm:pt modelId="{47B0CC2E-F535-4549-AADA-2C30C3AEDFFF}" type="pres">
      <dgm:prSet presAssocID="{783E5259-C0A2-4E17-88C0-8369395ABA5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33DEBDE-C695-43E4-96EF-61CE76DCE3F3}" type="pres">
      <dgm:prSet presAssocID="{783E5259-C0A2-4E17-88C0-8369395ABA56}" presName="negativeSpace" presStyleCnt="0"/>
      <dgm:spPr/>
    </dgm:pt>
    <dgm:pt modelId="{6ED7FA4A-FA38-4C9C-9970-D3CBB5705493}" type="pres">
      <dgm:prSet presAssocID="{783E5259-C0A2-4E17-88C0-8369395ABA56}" presName="childText" presStyleLbl="conFgAcc1" presStyleIdx="1" presStyleCnt="3">
        <dgm:presLayoutVars>
          <dgm:bulletEnabled val="1"/>
        </dgm:presLayoutVars>
      </dgm:prSet>
      <dgm:spPr/>
    </dgm:pt>
    <dgm:pt modelId="{43A0E5B2-2D3C-419E-A5C5-D1F6F48C29E8}" type="pres">
      <dgm:prSet presAssocID="{496A2E19-7763-4CBD-94E2-D123846D651A}" presName="spaceBetweenRectangles" presStyleCnt="0"/>
      <dgm:spPr/>
    </dgm:pt>
    <dgm:pt modelId="{BF55A7BB-2F78-4B58-BC74-83A7EAFFE60A}" type="pres">
      <dgm:prSet presAssocID="{7CD20580-C76A-42A1-937A-01D014FAE465}" presName="parentLin" presStyleCnt="0"/>
      <dgm:spPr/>
    </dgm:pt>
    <dgm:pt modelId="{7ACDFC74-01A8-45D1-9950-CAD07D7CDD1A}" type="pres">
      <dgm:prSet presAssocID="{7CD20580-C76A-42A1-937A-01D014FAE465}" presName="parentLeftMargin" presStyleLbl="node1" presStyleIdx="1" presStyleCnt="3"/>
      <dgm:spPr/>
    </dgm:pt>
    <dgm:pt modelId="{CBD82C85-2095-44E2-8487-4E88C940053F}" type="pres">
      <dgm:prSet presAssocID="{7CD20580-C76A-42A1-937A-01D014FAE46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1183C51-E266-4764-ABF8-8DD5866A8F4A}" type="pres">
      <dgm:prSet presAssocID="{7CD20580-C76A-42A1-937A-01D014FAE465}" presName="negativeSpace" presStyleCnt="0"/>
      <dgm:spPr/>
    </dgm:pt>
    <dgm:pt modelId="{730AA8D2-9C1C-4450-B93D-AA08D0E1DC44}" type="pres">
      <dgm:prSet presAssocID="{7CD20580-C76A-42A1-937A-01D014FAE46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342F90A-A2E1-4C61-A24C-4447D4132761}" srcId="{FDBCED3E-0F64-46F5-8C68-BD422F7AF33A}" destId="{230CC7DA-A7F7-4619-8454-7BD19562D976}" srcOrd="0" destOrd="0" parTransId="{8980D2EC-FCE2-4848-BBC6-1BB2FFB290EE}" sibTransId="{B76751F9-8336-4CA4-98B3-DB73097A74CD}"/>
    <dgm:cxn modelId="{D7135723-7C37-4A16-85FB-0BA8611EB90C}" type="presOf" srcId="{E3D8A93E-8A5C-4A04-BDBE-440DCCBE7DEF}" destId="{6ED7FA4A-FA38-4C9C-9970-D3CBB5705493}" srcOrd="0" destOrd="1" presId="urn:microsoft.com/office/officeart/2005/8/layout/list1"/>
    <dgm:cxn modelId="{67BB732E-CB4F-4ACA-936D-FCB2EA933158}" type="presOf" srcId="{7CD20580-C76A-42A1-937A-01D014FAE465}" destId="{CBD82C85-2095-44E2-8487-4E88C940053F}" srcOrd="1" destOrd="0" presId="urn:microsoft.com/office/officeart/2005/8/layout/list1"/>
    <dgm:cxn modelId="{E97B0430-6014-4A5A-B8B2-998279B55A5E}" srcId="{230CC7DA-A7F7-4619-8454-7BD19562D976}" destId="{D76B1A08-30A0-4C48-B4CA-65FD36319108}" srcOrd="0" destOrd="0" parTransId="{4899C160-8FDE-48EF-BB01-D5976102FD0E}" sibTransId="{2E0D06FC-55A1-4205-A2A6-A9F5270A0AD1}"/>
    <dgm:cxn modelId="{3B90F346-CCB6-4FEB-A3D2-A0A92FB6034A}" type="presOf" srcId="{230CC7DA-A7F7-4619-8454-7BD19562D976}" destId="{C55E4230-AB67-464C-914A-0343B2E9BB2A}" srcOrd="1" destOrd="0" presId="urn:microsoft.com/office/officeart/2005/8/layout/list1"/>
    <dgm:cxn modelId="{43E49C68-1BCF-4217-85ED-E48CAB8C90EF}" type="presOf" srcId="{230CC7DA-A7F7-4619-8454-7BD19562D976}" destId="{99E705A1-616F-49F6-ADF0-10681121CE44}" srcOrd="0" destOrd="0" presId="urn:microsoft.com/office/officeart/2005/8/layout/list1"/>
    <dgm:cxn modelId="{BD64D868-4B5E-42E1-AB7B-44EF912103B1}" type="presOf" srcId="{94C9EFE0-04BF-44FE-BD87-22BFD96F8CED}" destId="{139DF3C4-F4C3-4FCC-851A-6C4800A273FB}" srcOrd="0" destOrd="1" presId="urn:microsoft.com/office/officeart/2005/8/layout/list1"/>
    <dgm:cxn modelId="{A3389B52-5DE2-461F-A467-C18F006583ED}" srcId="{230CC7DA-A7F7-4619-8454-7BD19562D976}" destId="{94C9EFE0-04BF-44FE-BD87-22BFD96F8CED}" srcOrd="1" destOrd="0" parTransId="{88D4A3E4-CBDA-4C77-ABCA-51FC20BF909A}" sibTransId="{19DFA2AA-E7D9-4E7E-8A5C-86B2AD3B0C70}"/>
    <dgm:cxn modelId="{3E6A9353-8DF0-47EB-9C56-7625F68002E5}" type="presOf" srcId="{FDBCED3E-0F64-46F5-8C68-BD422F7AF33A}" destId="{B5DE9E72-7CC6-4C05-8B76-EED6A7E13408}" srcOrd="0" destOrd="0" presId="urn:microsoft.com/office/officeart/2005/8/layout/list1"/>
    <dgm:cxn modelId="{98143477-AF5A-412B-9A61-F70B2C2D8D75}" srcId="{783E5259-C0A2-4E17-88C0-8369395ABA56}" destId="{E3D8A93E-8A5C-4A04-BDBE-440DCCBE7DEF}" srcOrd="1" destOrd="0" parTransId="{93F0A352-10F8-459F-A8D3-46289E965B07}" sibTransId="{3CFDBB2D-D5CF-446D-86BC-4B4F0EFE0DAB}"/>
    <dgm:cxn modelId="{41C64388-E377-4F7E-B33A-580650E828FF}" srcId="{FDBCED3E-0F64-46F5-8C68-BD422F7AF33A}" destId="{7CD20580-C76A-42A1-937A-01D014FAE465}" srcOrd="2" destOrd="0" parTransId="{DA3D04E2-48A5-4AE7-9835-08F231AE64A6}" sibTransId="{1FD60BF3-6AC5-4762-87F1-C510430EABFD}"/>
    <dgm:cxn modelId="{91141A96-D858-4FA6-B89F-BCF30CFFBFE9}" type="presOf" srcId="{783E5259-C0A2-4E17-88C0-8369395ABA56}" destId="{2212E8FF-B696-41D4-BEB0-0408AE138DF6}" srcOrd="0" destOrd="0" presId="urn:microsoft.com/office/officeart/2005/8/layout/list1"/>
    <dgm:cxn modelId="{B2F36396-2AB8-4DF1-9845-90AF6E887AE1}" srcId="{FDBCED3E-0F64-46F5-8C68-BD422F7AF33A}" destId="{783E5259-C0A2-4E17-88C0-8369395ABA56}" srcOrd="1" destOrd="0" parTransId="{0257A955-D798-4CFC-ADCE-861215740D91}" sibTransId="{496A2E19-7763-4CBD-94E2-D123846D651A}"/>
    <dgm:cxn modelId="{3A554D9E-68CF-4DAB-8A9E-917387718A37}" type="presOf" srcId="{69CDCB75-A172-4DA8-A94A-A751EF086929}" destId="{6ED7FA4A-FA38-4C9C-9970-D3CBB5705493}" srcOrd="0" destOrd="0" presId="urn:microsoft.com/office/officeart/2005/8/layout/list1"/>
    <dgm:cxn modelId="{B23616A9-9C67-492B-963B-D9F7D0C315C9}" type="presOf" srcId="{7CD20580-C76A-42A1-937A-01D014FAE465}" destId="{7ACDFC74-01A8-45D1-9950-CAD07D7CDD1A}" srcOrd="0" destOrd="0" presId="urn:microsoft.com/office/officeart/2005/8/layout/list1"/>
    <dgm:cxn modelId="{B4D79EC5-CE8F-4210-BF08-407B8091B3F1}" type="presOf" srcId="{783E5259-C0A2-4E17-88C0-8369395ABA56}" destId="{47B0CC2E-F535-4549-AADA-2C30C3AEDFFF}" srcOrd="1" destOrd="0" presId="urn:microsoft.com/office/officeart/2005/8/layout/list1"/>
    <dgm:cxn modelId="{C8F228D2-711D-4DC9-9F74-0697033BB77D}" type="presOf" srcId="{D76B1A08-30A0-4C48-B4CA-65FD36319108}" destId="{139DF3C4-F4C3-4FCC-851A-6C4800A273FB}" srcOrd="0" destOrd="0" presId="urn:microsoft.com/office/officeart/2005/8/layout/list1"/>
    <dgm:cxn modelId="{91F15CF2-7700-4C12-BBBB-64793C888FC8}" srcId="{783E5259-C0A2-4E17-88C0-8369395ABA56}" destId="{69CDCB75-A172-4DA8-A94A-A751EF086929}" srcOrd="0" destOrd="0" parTransId="{19B778E2-9699-40DC-98CB-AFD414D7B734}" sibTransId="{29E52B55-6345-4BB0-A4C2-AD343D2A1482}"/>
    <dgm:cxn modelId="{4A49AFF5-54CE-4AE3-AEA7-C63BFE591172}" type="presParOf" srcId="{B5DE9E72-7CC6-4C05-8B76-EED6A7E13408}" destId="{08A8E621-A137-493A-BE24-13EBA21BF1B9}" srcOrd="0" destOrd="0" presId="urn:microsoft.com/office/officeart/2005/8/layout/list1"/>
    <dgm:cxn modelId="{E8835AC5-1D2F-4A6E-AA6F-88886E1C9768}" type="presParOf" srcId="{08A8E621-A137-493A-BE24-13EBA21BF1B9}" destId="{99E705A1-616F-49F6-ADF0-10681121CE44}" srcOrd="0" destOrd="0" presId="urn:microsoft.com/office/officeart/2005/8/layout/list1"/>
    <dgm:cxn modelId="{8FDF6171-40DB-462F-9C0F-3BC20321159E}" type="presParOf" srcId="{08A8E621-A137-493A-BE24-13EBA21BF1B9}" destId="{C55E4230-AB67-464C-914A-0343B2E9BB2A}" srcOrd="1" destOrd="0" presId="urn:microsoft.com/office/officeart/2005/8/layout/list1"/>
    <dgm:cxn modelId="{27BC35A8-403A-4D2F-9B02-80AF559A98E0}" type="presParOf" srcId="{B5DE9E72-7CC6-4C05-8B76-EED6A7E13408}" destId="{F81B32C8-55AE-44FC-BC59-632D759EBD02}" srcOrd="1" destOrd="0" presId="urn:microsoft.com/office/officeart/2005/8/layout/list1"/>
    <dgm:cxn modelId="{FA3A874F-A648-4E0B-A019-E478475D272F}" type="presParOf" srcId="{B5DE9E72-7CC6-4C05-8B76-EED6A7E13408}" destId="{139DF3C4-F4C3-4FCC-851A-6C4800A273FB}" srcOrd="2" destOrd="0" presId="urn:microsoft.com/office/officeart/2005/8/layout/list1"/>
    <dgm:cxn modelId="{F7F27536-EED5-496B-8E7D-AA8FC0F57A7D}" type="presParOf" srcId="{B5DE9E72-7CC6-4C05-8B76-EED6A7E13408}" destId="{34498018-5CD4-4484-9573-D89E6F0284BC}" srcOrd="3" destOrd="0" presId="urn:microsoft.com/office/officeart/2005/8/layout/list1"/>
    <dgm:cxn modelId="{62A6AD40-8EE3-4F83-B1BA-B1E1338ED691}" type="presParOf" srcId="{B5DE9E72-7CC6-4C05-8B76-EED6A7E13408}" destId="{51A4FA33-AE2D-4941-A651-682B9E58C7B7}" srcOrd="4" destOrd="0" presId="urn:microsoft.com/office/officeart/2005/8/layout/list1"/>
    <dgm:cxn modelId="{587A76AB-2482-4317-A1B6-4C6192395A8B}" type="presParOf" srcId="{51A4FA33-AE2D-4941-A651-682B9E58C7B7}" destId="{2212E8FF-B696-41D4-BEB0-0408AE138DF6}" srcOrd="0" destOrd="0" presId="urn:microsoft.com/office/officeart/2005/8/layout/list1"/>
    <dgm:cxn modelId="{0F6E5D8D-5773-40AC-8631-081E66DF62CB}" type="presParOf" srcId="{51A4FA33-AE2D-4941-A651-682B9E58C7B7}" destId="{47B0CC2E-F535-4549-AADA-2C30C3AEDFFF}" srcOrd="1" destOrd="0" presId="urn:microsoft.com/office/officeart/2005/8/layout/list1"/>
    <dgm:cxn modelId="{28DBCB87-18E1-495B-BFE9-8AB6A1DB8595}" type="presParOf" srcId="{B5DE9E72-7CC6-4C05-8B76-EED6A7E13408}" destId="{333DEBDE-C695-43E4-96EF-61CE76DCE3F3}" srcOrd="5" destOrd="0" presId="urn:microsoft.com/office/officeart/2005/8/layout/list1"/>
    <dgm:cxn modelId="{48DFAADF-4F45-416E-B32E-313BAFC65D2D}" type="presParOf" srcId="{B5DE9E72-7CC6-4C05-8B76-EED6A7E13408}" destId="{6ED7FA4A-FA38-4C9C-9970-D3CBB5705493}" srcOrd="6" destOrd="0" presId="urn:microsoft.com/office/officeart/2005/8/layout/list1"/>
    <dgm:cxn modelId="{6F098D9F-9A43-4374-8E6F-280818975630}" type="presParOf" srcId="{B5DE9E72-7CC6-4C05-8B76-EED6A7E13408}" destId="{43A0E5B2-2D3C-419E-A5C5-D1F6F48C29E8}" srcOrd="7" destOrd="0" presId="urn:microsoft.com/office/officeart/2005/8/layout/list1"/>
    <dgm:cxn modelId="{B2220EC6-8BE2-4293-8E3D-FB7B1F48A6A8}" type="presParOf" srcId="{B5DE9E72-7CC6-4C05-8B76-EED6A7E13408}" destId="{BF55A7BB-2F78-4B58-BC74-83A7EAFFE60A}" srcOrd="8" destOrd="0" presId="urn:microsoft.com/office/officeart/2005/8/layout/list1"/>
    <dgm:cxn modelId="{E68A8D82-79A6-46AD-8324-445E73CEE02E}" type="presParOf" srcId="{BF55A7BB-2F78-4B58-BC74-83A7EAFFE60A}" destId="{7ACDFC74-01A8-45D1-9950-CAD07D7CDD1A}" srcOrd="0" destOrd="0" presId="urn:microsoft.com/office/officeart/2005/8/layout/list1"/>
    <dgm:cxn modelId="{97CABD57-ECFC-4B47-8919-2FDFB1E5722B}" type="presParOf" srcId="{BF55A7BB-2F78-4B58-BC74-83A7EAFFE60A}" destId="{CBD82C85-2095-44E2-8487-4E88C940053F}" srcOrd="1" destOrd="0" presId="urn:microsoft.com/office/officeart/2005/8/layout/list1"/>
    <dgm:cxn modelId="{52540992-289F-4909-8608-FA085700F5EA}" type="presParOf" srcId="{B5DE9E72-7CC6-4C05-8B76-EED6A7E13408}" destId="{F1183C51-E266-4764-ABF8-8DD5866A8F4A}" srcOrd="9" destOrd="0" presId="urn:microsoft.com/office/officeart/2005/8/layout/list1"/>
    <dgm:cxn modelId="{A9DF6F2E-7D9B-47C4-AF75-BFA9CFD2A89C}" type="presParOf" srcId="{B5DE9E72-7CC6-4C05-8B76-EED6A7E13408}" destId="{730AA8D2-9C1C-4450-B93D-AA08D0E1DC4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19089AC-73B1-4C66-AA3D-513938CFDBE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EDFCE71-912E-4BE1-93FC-5F46B88CCA06}">
      <dgm:prSet/>
      <dgm:spPr/>
      <dgm:t>
        <a:bodyPr/>
        <a:lstStyle/>
        <a:p>
          <a:r>
            <a:rPr lang="en-US"/>
            <a:t>• Fit on training data only</a:t>
          </a:r>
        </a:p>
      </dgm:t>
    </dgm:pt>
    <dgm:pt modelId="{FCF725A5-C6C2-48C8-840E-C581748EADB8}" type="parTrans" cxnId="{3282C6E0-E66A-4DF4-A9DA-D300D1CFCA81}">
      <dgm:prSet/>
      <dgm:spPr/>
      <dgm:t>
        <a:bodyPr/>
        <a:lstStyle/>
        <a:p>
          <a:endParaRPr lang="en-US"/>
        </a:p>
      </dgm:t>
    </dgm:pt>
    <dgm:pt modelId="{D7725901-928A-4F2F-A73F-189058C74672}" type="sibTrans" cxnId="{3282C6E0-E66A-4DF4-A9DA-D300D1CFCA81}">
      <dgm:prSet/>
      <dgm:spPr/>
      <dgm:t>
        <a:bodyPr/>
        <a:lstStyle/>
        <a:p>
          <a:endParaRPr lang="en-US"/>
        </a:p>
      </dgm:t>
    </dgm:pt>
    <dgm:pt modelId="{98434C93-77B9-4E8F-AA8A-D3FAF9BDCD32}">
      <dgm:prSet/>
      <dgm:spPr/>
      <dgm:t>
        <a:bodyPr/>
        <a:lstStyle/>
        <a:p>
          <a:r>
            <a:rPr lang="en-US"/>
            <a:t>• Transform both training and test</a:t>
          </a:r>
        </a:p>
      </dgm:t>
    </dgm:pt>
    <dgm:pt modelId="{000C497B-C67F-4F04-AE0E-6D45B682BB73}" type="parTrans" cxnId="{57932F56-1AC3-4E3F-9EFC-6AED6B5885D2}">
      <dgm:prSet/>
      <dgm:spPr/>
      <dgm:t>
        <a:bodyPr/>
        <a:lstStyle/>
        <a:p>
          <a:endParaRPr lang="en-US"/>
        </a:p>
      </dgm:t>
    </dgm:pt>
    <dgm:pt modelId="{77889EDB-631D-44AF-95D5-F05EE639B07C}" type="sibTrans" cxnId="{57932F56-1AC3-4E3F-9EFC-6AED6B5885D2}">
      <dgm:prSet/>
      <dgm:spPr/>
      <dgm:t>
        <a:bodyPr/>
        <a:lstStyle/>
        <a:p>
          <a:endParaRPr lang="en-US"/>
        </a:p>
      </dgm:t>
    </dgm:pt>
    <dgm:pt modelId="{1D53EAEC-77C8-46A7-97AF-E7717A2A2EA9}">
      <dgm:prSet/>
      <dgm:spPr/>
      <dgm:t>
        <a:bodyPr/>
        <a:lstStyle/>
        <a:p>
          <a:r>
            <a:rPr lang="en-US"/>
            <a:t>• Prevents data leakage</a:t>
          </a:r>
        </a:p>
      </dgm:t>
    </dgm:pt>
    <dgm:pt modelId="{D6D48AD3-AFBD-4129-BDAF-01B684472538}" type="parTrans" cxnId="{1BEA2361-796C-4A75-A0FE-574A7B50B857}">
      <dgm:prSet/>
      <dgm:spPr/>
      <dgm:t>
        <a:bodyPr/>
        <a:lstStyle/>
        <a:p>
          <a:endParaRPr lang="en-US"/>
        </a:p>
      </dgm:t>
    </dgm:pt>
    <dgm:pt modelId="{2AC3400A-D97C-460D-B933-D93B6F9ECA1D}" type="sibTrans" cxnId="{1BEA2361-796C-4A75-A0FE-574A7B50B857}">
      <dgm:prSet/>
      <dgm:spPr/>
      <dgm:t>
        <a:bodyPr/>
        <a:lstStyle/>
        <a:p>
          <a:endParaRPr lang="en-US"/>
        </a:p>
      </dgm:t>
    </dgm:pt>
    <dgm:pt modelId="{9BF16535-5734-435A-800E-BCA6959332AE}">
      <dgm:prSet/>
      <dgm:spPr/>
      <dgm:t>
        <a:bodyPr/>
        <a:lstStyle/>
        <a:p>
          <a:r>
            <a:rPr lang="en-US"/>
            <a:t>• Produces consistent numeric matrices</a:t>
          </a:r>
        </a:p>
      </dgm:t>
    </dgm:pt>
    <dgm:pt modelId="{C8562F50-8E5C-421F-9643-796662A42B2E}" type="parTrans" cxnId="{BC2E335C-1A92-4B08-AC40-A88332EAC314}">
      <dgm:prSet/>
      <dgm:spPr/>
      <dgm:t>
        <a:bodyPr/>
        <a:lstStyle/>
        <a:p>
          <a:endParaRPr lang="en-US"/>
        </a:p>
      </dgm:t>
    </dgm:pt>
    <dgm:pt modelId="{2C626D3D-EB42-436A-9303-81CD7E329A50}" type="sibTrans" cxnId="{BC2E335C-1A92-4B08-AC40-A88332EAC314}">
      <dgm:prSet/>
      <dgm:spPr/>
      <dgm:t>
        <a:bodyPr/>
        <a:lstStyle/>
        <a:p>
          <a:endParaRPr lang="en-US"/>
        </a:p>
      </dgm:t>
    </dgm:pt>
    <dgm:pt modelId="{F0D6C445-5870-4E6F-92F5-D213C206BE82}" type="pres">
      <dgm:prSet presAssocID="{519089AC-73B1-4C66-AA3D-513938CFDBE8}" presName="vert0" presStyleCnt="0">
        <dgm:presLayoutVars>
          <dgm:dir/>
          <dgm:animOne val="branch"/>
          <dgm:animLvl val="lvl"/>
        </dgm:presLayoutVars>
      </dgm:prSet>
      <dgm:spPr/>
    </dgm:pt>
    <dgm:pt modelId="{F3406522-11E2-4EFF-83AA-D87451859701}" type="pres">
      <dgm:prSet presAssocID="{DEDFCE71-912E-4BE1-93FC-5F46B88CCA06}" presName="thickLine" presStyleLbl="alignNode1" presStyleIdx="0" presStyleCnt="4"/>
      <dgm:spPr/>
    </dgm:pt>
    <dgm:pt modelId="{DCCED36B-FE50-46AB-9749-92E78FAE657E}" type="pres">
      <dgm:prSet presAssocID="{DEDFCE71-912E-4BE1-93FC-5F46B88CCA06}" presName="horz1" presStyleCnt="0"/>
      <dgm:spPr/>
    </dgm:pt>
    <dgm:pt modelId="{C958BE4D-5FC7-4FED-ABA3-0B90A7FA3997}" type="pres">
      <dgm:prSet presAssocID="{DEDFCE71-912E-4BE1-93FC-5F46B88CCA06}" presName="tx1" presStyleLbl="revTx" presStyleIdx="0" presStyleCnt="4"/>
      <dgm:spPr/>
    </dgm:pt>
    <dgm:pt modelId="{A00D27F2-555B-41A5-A1DD-8D3E2CD1990B}" type="pres">
      <dgm:prSet presAssocID="{DEDFCE71-912E-4BE1-93FC-5F46B88CCA06}" presName="vert1" presStyleCnt="0"/>
      <dgm:spPr/>
    </dgm:pt>
    <dgm:pt modelId="{EF888100-3B5C-43A1-A6F7-6D6711C0A2AA}" type="pres">
      <dgm:prSet presAssocID="{98434C93-77B9-4E8F-AA8A-D3FAF9BDCD32}" presName="thickLine" presStyleLbl="alignNode1" presStyleIdx="1" presStyleCnt="4"/>
      <dgm:spPr/>
    </dgm:pt>
    <dgm:pt modelId="{21A99CB1-E262-4F95-8641-79B4B2F9E08B}" type="pres">
      <dgm:prSet presAssocID="{98434C93-77B9-4E8F-AA8A-D3FAF9BDCD32}" presName="horz1" presStyleCnt="0"/>
      <dgm:spPr/>
    </dgm:pt>
    <dgm:pt modelId="{C37D663C-EB13-4130-9E0D-7188C67E9BC1}" type="pres">
      <dgm:prSet presAssocID="{98434C93-77B9-4E8F-AA8A-D3FAF9BDCD32}" presName="tx1" presStyleLbl="revTx" presStyleIdx="1" presStyleCnt="4"/>
      <dgm:spPr/>
    </dgm:pt>
    <dgm:pt modelId="{746C5451-6BC8-4E09-9FFB-2C54A2D9B9F8}" type="pres">
      <dgm:prSet presAssocID="{98434C93-77B9-4E8F-AA8A-D3FAF9BDCD32}" presName="vert1" presStyleCnt="0"/>
      <dgm:spPr/>
    </dgm:pt>
    <dgm:pt modelId="{08C5D2FD-935C-44C6-824F-8F08CB6E0D0A}" type="pres">
      <dgm:prSet presAssocID="{1D53EAEC-77C8-46A7-97AF-E7717A2A2EA9}" presName="thickLine" presStyleLbl="alignNode1" presStyleIdx="2" presStyleCnt="4"/>
      <dgm:spPr/>
    </dgm:pt>
    <dgm:pt modelId="{A34CD1F5-F14B-4C53-B9D0-98449EA2303C}" type="pres">
      <dgm:prSet presAssocID="{1D53EAEC-77C8-46A7-97AF-E7717A2A2EA9}" presName="horz1" presStyleCnt="0"/>
      <dgm:spPr/>
    </dgm:pt>
    <dgm:pt modelId="{FB4EEDAD-1185-4110-AA47-AFC3F8AF830F}" type="pres">
      <dgm:prSet presAssocID="{1D53EAEC-77C8-46A7-97AF-E7717A2A2EA9}" presName="tx1" presStyleLbl="revTx" presStyleIdx="2" presStyleCnt="4"/>
      <dgm:spPr/>
    </dgm:pt>
    <dgm:pt modelId="{E51D9E86-CE11-40CB-A694-1430E841B0E3}" type="pres">
      <dgm:prSet presAssocID="{1D53EAEC-77C8-46A7-97AF-E7717A2A2EA9}" presName="vert1" presStyleCnt="0"/>
      <dgm:spPr/>
    </dgm:pt>
    <dgm:pt modelId="{B3464771-317C-4460-89D8-076EF7EB1801}" type="pres">
      <dgm:prSet presAssocID="{9BF16535-5734-435A-800E-BCA6959332AE}" presName="thickLine" presStyleLbl="alignNode1" presStyleIdx="3" presStyleCnt="4"/>
      <dgm:spPr/>
    </dgm:pt>
    <dgm:pt modelId="{74CE9180-7C06-4DBE-8471-7FB4B2A9DF96}" type="pres">
      <dgm:prSet presAssocID="{9BF16535-5734-435A-800E-BCA6959332AE}" presName="horz1" presStyleCnt="0"/>
      <dgm:spPr/>
    </dgm:pt>
    <dgm:pt modelId="{B679C0B5-AFE6-45D6-AB7E-E9BE441ADD0E}" type="pres">
      <dgm:prSet presAssocID="{9BF16535-5734-435A-800E-BCA6959332AE}" presName="tx1" presStyleLbl="revTx" presStyleIdx="3" presStyleCnt="4"/>
      <dgm:spPr/>
    </dgm:pt>
    <dgm:pt modelId="{D08C4CE0-E713-43F9-84F6-173FDB45584B}" type="pres">
      <dgm:prSet presAssocID="{9BF16535-5734-435A-800E-BCA6959332AE}" presName="vert1" presStyleCnt="0"/>
      <dgm:spPr/>
    </dgm:pt>
  </dgm:ptLst>
  <dgm:cxnLst>
    <dgm:cxn modelId="{C6403A16-31B7-42F5-A1B1-ADBFB4DF5B09}" type="presOf" srcId="{519089AC-73B1-4C66-AA3D-513938CFDBE8}" destId="{F0D6C445-5870-4E6F-92F5-D213C206BE82}" srcOrd="0" destOrd="0" presId="urn:microsoft.com/office/officeart/2008/layout/LinedList"/>
    <dgm:cxn modelId="{390FD230-6F84-45A1-9861-90526191A7A4}" type="presOf" srcId="{DEDFCE71-912E-4BE1-93FC-5F46B88CCA06}" destId="{C958BE4D-5FC7-4FED-ABA3-0B90A7FA3997}" srcOrd="0" destOrd="0" presId="urn:microsoft.com/office/officeart/2008/layout/LinedList"/>
    <dgm:cxn modelId="{BC2E335C-1A92-4B08-AC40-A88332EAC314}" srcId="{519089AC-73B1-4C66-AA3D-513938CFDBE8}" destId="{9BF16535-5734-435A-800E-BCA6959332AE}" srcOrd="3" destOrd="0" parTransId="{C8562F50-8E5C-421F-9643-796662A42B2E}" sibTransId="{2C626D3D-EB42-436A-9303-81CD7E329A50}"/>
    <dgm:cxn modelId="{1BEA2361-796C-4A75-A0FE-574A7B50B857}" srcId="{519089AC-73B1-4C66-AA3D-513938CFDBE8}" destId="{1D53EAEC-77C8-46A7-97AF-E7717A2A2EA9}" srcOrd="2" destOrd="0" parTransId="{D6D48AD3-AFBD-4129-BDAF-01B684472538}" sibTransId="{2AC3400A-D97C-460D-B933-D93B6F9ECA1D}"/>
    <dgm:cxn modelId="{1429B24C-D0A3-4474-AE4B-BC96D7CF34DB}" type="presOf" srcId="{98434C93-77B9-4E8F-AA8A-D3FAF9BDCD32}" destId="{C37D663C-EB13-4130-9E0D-7188C67E9BC1}" srcOrd="0" destOrd="0" presId="urn:microsoft.com/office/officeart/2008/layout/LinedList"/>
    <dgm:cxn modelId="{57932F56-1AC3-4E3F-9EFC-6AED6B5885D2}" srcId="{519089AC-73B1-4C66-AA3D-513938CFDBE8}" destId="{98434C93-77B9-4E8F-AA8A-D3FAF9BDCD32}" srcOrd="1" destOrd="0" parTransId="{000C497B-C67F-4F04-AE0E-6D45B682BB73}" sibTransId="{77889EDB-631D-44AF-95D5-F05EE639B07C}"/>
    <dgm:cxn modelId="{019D8E56-9F5F-4573-80D5-4E1EE03991D8}" type="presOf" srcId="{9BF16535-5734-435A-800E-BCA6959332AE}" destId="{B679C0B5-AFE6-45D6-AB7E-E9BE441ADD0E}" srcOrd="0" destOrd="0" presId="urn:microsoft.com/office/officeart/2008/layout/LinedList"/>
    <dgm:cxn modelId="{99F400BD-55A4-40ED-BD94-816F05ECE27A}" type="presOf" srcId="{1D53EAEC-77C8-46A7-97AF-E7717A2A2EA9}" destId="{FB4EEDAD-1185-4110-AA47-AFC3F8AF830F}" srcOrd="0" destOrd="0" presId="urn:microsoft.com/office/officeart/2008/layout/LinedList"/>
    <dgm:cxn modelId="{3282C6E0-E66A-4DF4-A9DA-D300D1CFCA81}" srcId="{519089AC-73B1-4C66-AA3D-513938CFDBE8}" destId="{DEDFCE71-912E-4BE1-93FC-5F46B88CCA06}" srcOrd="0" destOrd="0" parTransId="{FCF725A5-C6C2-48C8-840E-C581748EADB8}" sibTransId="{D7725901-928A-4F2F-A73F-189058C74672}"/>
    <dgm:cxn modelId="{1C934AC7-E878-44D0-AC20-5A29795D8DB8}" type="presParOf" srcId="{F0D6C445-5870-4E6F-92F5-D213C206BE82}" destId="{F3406522-11E2-4EFF-83AA-D87451859701}" srcOrd="0" destOrd="0" presId="urn:microsoft.com/office/officeart/2008/layout/LinedList"/>
    <dgm:cxn modelId="{32434400-36D9-491A-816D-F1F000B8D25F}" type="presParOf" srcId="{F0D6C445-5870-4E6F-92F5-D213C206BE82}" destId="{DCCED36B-FE50-46AB-9749-92E78FAE657E}" srcOrd="1" destOrd="0" presId="urn:microsoft.com/office/officeart/2008/layout/LinedList"/>
    <dgm:cxn modelId="{16BF298E-B6A7-4B54-86D9-97102B74C640}" type="presParOf" srcId="{DCCED36B-FE50-46AB-9749-92E78FAE657E}" destId="{C958BE4D-5FC7-4FED-ABA3-0B90A7FA3997}" srcOrd="0" destOrd="0" presId="urn:microsoft.com/office/officeart/2008/layout/LinedList"/>
    <dgm:cxn modelId="{F5B25AC7-5598-4E6D-B8F6-A2B36EDD7D21}" type="presParOf" srcId="{DCCED36B-FE50-46AB-9749-92E78FAE657E}" destId="{A00D27F2-555B-41A5-A1DD-8D3E2CD1990B}" srcOrd="1" destOrd="0" presId="urn:microsoft.com/office/officeart/2008/layout/LinedList"/>
    <dgm:cxn modelId="{6AD51B4E-72C8-4039-B7DD-7B84A16C3A34}" type="presParOf" srcId="{F0D6C445-5870-4E6F-92F5-D213C206BE82}" destId="{EF888100-3B5C-43A1-A6F7-6D6711C0A2AA}" srcOrd="2" destOrd="0" presId="urn:microsoft.com/office/officeart/2008/layout/LinedList"/>
    <dgm:cxn modelId="{A074221E-F4EF-458D-B654-D9C7EF30B4B2}" type="presParOf" srcId="{F0D6C445-5870-4E6F-92F5-D213C206BE82}" destId="{21A99CB1-E262-4F95-8641-79B4B2F9E08B}" srcOrd="3" destOrd="0" presId="urn:microsoft.com/office/officeart/2008/layout/LinedList"/>
    <dgm:cxn modelId="{13A1C79E-77C4-40BB-A190-26EF87D7AF07}" type="presParOf" srcId="{21A99CB1-E262-4F95-8641-79B4B2F9E08B}" destId="{C37D663C-EB13-4130-9E0D-7188C67E9BC1}" srcOrd="0" destOrd="0" presId="urn:microsoft.com/office/officeart/2008/layout/LinedList"/>
    <dgm:cxn modelId="{544B4890-791D-4653-B5E1-1D6E24AD6032}" type="presParOf" srcId="{21A99CB1-E262-4F95-8641-79B4B2F9E08B}" destId="{746C5451-6BC8-4E09-9FFB-2C54A2D9B9F8}" srcOrd="1" destOrd="0" presId="urn:microsoft.com/office/officeart/2008/layout/LinedList"/>
    <dgm:cxn modelId="{E63FFC93-2B03-424C-B722-69B5440994C6}" type="presParOf" srcId="{F0D6C445-5870-4E6F-92F5-D213C206BE82}" destId="{08C5D2FD-935C-44C6-824F-8F08CB6E0D0A}" srcOrd="4" destOrd="0" presId="urn:microsoft.com/office/officeart/2008/layout/LinedList"/>
    <dgm:cxn modelId="{2ECA02DD-911A-4A43-A294-634D223A8F4B}" type="presParOf" srcId="{F0D6C445-5870-4E6F-92F5-D213C206BE82}" destId="{A34CD1F5-F14B-4C53-B9D0-98449EA2303C}" srcOrd="5" destOrd="0" presId="urn:microsoft.com/office/officeart/2008/layout/LinedList"/>
    <dgm:cxn modelId="{58371E59-ED66-4B61-AE89-8C77701407A4}" type="presParOf" srcId="{A34CD1F5-F14B-4C53-B9D0-98449EA2303C}" destId="{FB4EEDAD-1185-4110-AA47-AFC3F8AF830F}" srcOrd="0" destOrd="0" presId="urn:microsoft.com/office/officeart/2008/layout/LinedList"/>
    <dgm:cxn modelId="{45A59A70-0016-4D2F-A710-5BFDCE6734F2}" type="presParOf" srcId="{A34CD1F5-F14B-4C53-B9D0-98449EA2303C}" destId="{E51D9E86-CE11-40CB-A694-1430E841B0E3}" srcOrd="1" destOrd="0" presId="urn:microsoft.com/office/officeart/2008/layout/LinedList"/>
    <dgm:cxn modelId="{2540C46A-C08E-4345-8FAF-03FF35A19DA9}" type="presParOf" srcId="{F0D6C445-5870-4E6F-92F5-D213C206BE82}" destId="{B3464771-317C-4460-89D8-076EF7EB1801}" srcOrd="6" destOrd="0" presId="urn:microsoft.com/office/officeart/2008/layout/LinedList"/>
    <dgm:cxn modelId="{A670DCE9-2E0F-4969-8D5F-8EAE7285B4EA}" type="presParOf" srcId="{F0D6C445-5870-4E6F-92F5-D213C206BE82}" destId="{74CE9180-7C06-4DBE-8471-7FB4B2A9DF96}" srcOrd="7" destOrd="0" presId="urn:microsoft.com/office/officeart/2008/layout/LinedList"/>
    <dgm:cxn modelId="{10951CB0-BEBB-4922-A97F-95F638CCA323}" type="presParOf" srcId="{74CE9180-7C06-4DBE-8471-7FB4B2A9DF96}" destId="{B679C0B5-AFE6-45D6-AB7E-E9BE441ADD0E}" srcOrd="0" destOrd="0" presId="urn:microsoft.com/office/officeart/2008/layout/LinedList"/>
    <dgm:cxn modelId="{690F04F3-ECD9-4439-8447-D99379DD8E84}" type="presParOf" srcId="{74CE9180-7C06-4DBE-8471-7FB4B2A9DF96}" destId="{D08C4CE0-E713-43F9-84F6-173FDB45584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8C3859D-C897-40C8-B792-6C61345FA57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4AB920D-5C0C-435C-87CC-FD3D730C7CA6}">
      <dgm:prSet/>
      <dgm:spPr/>
      <dgm:t>
        <a:bodyPr/>
        <a:lstStyle/>
        <a:p>
          <a:r>
            <a:rPr lang="en-US"/>
            <a:t>• Removes borderline majority samples</a:t>
          </a:r>
        </a:p>
      </dgm:t>
    </dgm:pt>
    <dgm:pt modelId="{D26CEA92-CEA9-4921-9745-F43E9397FD53}" type="parTrans" cxnId="{08293E29-D8F4-4EE6-AA5E-9C5F72D8A5B2}">
      <dgm:prSet/>
      <dgm:spPr/>
      <dgm:t>
        <a:bodyPr/>
        <a:lstStyle/>
        <a:p>
          <a:endParaRPr lang="en-US"/>
        </a:p>
      </dgm:t>
    </dgm:pt>
    <dgm:pt modelId="{C4857F46-93E3-432D-B195-CC6E79871FF0}" type="sibTrans" cxnId="{08293E29-D8F4-4EE6-AA5E-9C5F72D8A5B2}">
      <dgm:prSet/>
      <dgm:spPr/>
      <dgm:t>
        <a:bodyPr/>
        <a:lstStyle/>
        <a:p>
          <a:endParaRPr lang="en-US"/>
        </a:p>
      </dgm:t>
    </dgm:pt>
    <dgm:pt modelId="{DEAE4AA1-9EA2-46C5-ACC8-3B834ABF4ED8}">
      <dgm:prSet/>
      <dgm:spPr/>
      <dgm:t>
        <a:bodyPr/>
        <a:lstStyle/>
        <a:p>
          <a:r>
            <a:rPr lang="en-US"/>
            <a:t>• Ensures classes are separated</a:t>
          </a:r>
        </a:p>
      </dgm:t>
    </dgm:pt>
    <dgm:pt modelId="{23E39944-CEFC-449D-8319-40C9F892792B}" type="parTrans" cxnId="{1886D2A6-71C5-465A-A605-52F03C4D1718}">
      <dgm:prSet/>
      <dgm:spPr/>
      <dgm:t>
        <a:bodyPr/>
        <a:lstStyle/>
        <a:p>
          <a:endParaRPr lang="en-US"/>
        </a:p>
      </dgm:t>
    </dgm:pt>
    <dgm:pt modelId="{01BD7600-836B-4606-B16B-4CA322DA9521}" type="sibTrans" cxnId="{1886D2A6-71C5-465A-A605-52F03C4D1718}">
      <dgm:prSet/>
      <dgm:spPr/>
      <dgm:t>
        <a:bodyPr/>
        <a:lstStyle/>
        <a:p>
          <a:endParaRPr lang="en-US"/>
        </a:p>
      </dgm:t>
    </dgm:pt>
    <dgm:pt modelId="{B30C0298-774F-40E9-B1B5-A34B59330269}">
      <dgm:prSet/>
      <dgm:spPr/>
      <dgm:t>
        <a:bodyPr/>
        <a:lstStyle/>
        <a:p>
          <a:r>
            <a:rPr lang="en-US"/>
            <a:t>• Improves decision boundaries</a:t>
          </a:r>
        </a:p>
      </dgm:t>
    </dgm:pt>
    <dgm:pt modelId="{B285BA5B-BB1D-48D1-AED5-06C8C7219E61}" type="parTrans" cxnId="{D461A5EF-7582-458F-8826-4ECA6043DFBE}">
      <dgm:prSet/>
      <dgm:spPr/>
      <dgm:t>
        <a:bodyPr/>
        <a:lstStyle/>
        <a:p>
          <a:endParaRPr lang="en-US"/>
        </a:p>
      </dgm:t>
    </dgm:pt>
    <dgm:pt modelId="{D4C26044-CF3C-486B-BB6F-AD86DB052069}" type="sibTrans" cxnId="{D461A5EF-7582-458F-8826-4ECA6043DFBE}">
      <dgm:prSet/>
      <dgm:spPr/>
      <dgm:t>
        <a:bodyPr/>
        <a:lstStyle/>
        <a:p>
          <a:endParaRPr lang="en-US"/>
        </a:p>
      </dgm:t>
    </dgm:pt>
    <dgm:pt modelId="{85CFB26E-C810-4A04-A3F3-2EDE98377D62}">
      <dgm:prSet/>
      <dgm:spPr/>
      <dgm:t>
        <a:bodyPr/>
        <a:lstStyle/>
        <a:p>
          <a:r>
            <a:rPr lang="en-US"/>
            <a:t>• Must be done BEFORE SMOTE</a:t>
          </a:r>
        </a:p>
      </dgm:t>
    </dgm:pt>
    <dgm:pt modelId="{62D16944-E6DE-412F-AE71-E965651ED078}" type="parTrans" cxnId="{CCD55A7E-31D1-4C6C-B169-BE99E6FD2A34}">
      <dgm:prSet/>
      <dgm:spPr/>
      <dgm:t>
        <a:bodyPr/>
        <a:lstStyle/>
        <a:p>
          <a:endParaRPr lang="en-US"/>
        </a:p>
      </dgm:t>
    </dgm:pt>
    <dgm:pt modelId="{A837190B-7918-402C-98FB-656BFFF34539}" type="sibTrans" cxnId="{CCD55A7E-31D1-4C6C-B169-BE99E6FD2A34}">
      <dgm:prSet/>
      <dgm:spPr/>
      <dgm:t>
        <a:bodyPr/>
        <a:lstStyle/>
        <a:p>
          <a:endParaRPr lang="en-US"/>
        </a:p>
      </dgm:t>
    </dgm:pt>
    <dgm:pt modelId="{B5F898F4-7682-4304-8085-1A9FC91B8B8B}" type="pres">
      <dgm:prSet presAssocID="{18C3859D-C897-40C8-B792-6C61345FA570}" presName="vert0" presStyleCnt="0">
        <dgm:presLayoutVars>
          <dgm:dir/>
          <dgm:animOne val="branch"/>
          <dgm:animLvl val="lvl"/>
        </dgm:presLayoutVars>
      </dgm:prSet>
      <dgm:spPr/>
    </dgm:pt>
    <dgm:pt modelId="{5311E1EA-34D6-4C32-8381-77EC36424B4C}" type="pres">
      <dgm:prSet presAssocID="{24AB920D-5C0C-435C-87CC-FD3D730C7CA6}" presName="thickLine" presStyleLbl="alignNode1" presStyleIdx="0" presStyleCnt="4"/>
      <dgm:spPr/>
    </dgm:pt>
    <dgm:pt modelId="{BB7B5225-7CCC-4A9E-BDD7-B040B98710CE}" type="pres">
      <dgm:prSet presAssocID="{24AB920D-5C0C-435C-87CC-FD3D730C7CA6}" presName="horz1" presStyleCnt="0"/>
      <dgm:spPr/>
    </dgm:pt>
    <dgm:pt modelId="{F5DD0D7B-015D-4DB6-8EF1-94BC9FE69DE6}" type="pres">
      <dgm:prSet presAssocID="{24AB920D-5C0C-435C-87CC-FD3D730C7CA6}" presName="tx1" presStyleLbl="revTx" presStyleIdx="0" presStyleCnt="4"/>
      <dgm:spPr/>
    </dgm:pt>
    <dgm:pt modelId="{14267BFE-F147-4015-9572-C15BE71B8978}" type="pres">
      <dgm:prSet presAssocID="{24AB920D-5C0C-435C-87CC-FD3D730C7CA6}" presName="vert1" presStyleCnt="0"/>
      <dgm:spPr/>
    </dgm:pt>
    <dgm:pt modelId="{5D014DA1-E7F7-474C-BA96-9098D2531A41}" type="pres">
      <dgm:prSet presAssocID="{DEAE4AA1-9EA2-46C5-ACC8-3B834ABF4ED8}" presName="thickLine" presStyleLbl="alignNode1" presStyleIdx="1" presStyleCnt="4"/>
      <dgm:spPr/>
    </dgm:pt>
    <dgm:pt modelId="{4B94FC35-55AB-4260-9CAC-93AB376A2C80}" type="pres">
      <dgm:prSet presAssocID="{DEAE4AA1-9EA2-46C5-ACC8-3B834ABF4ED8}" presName="horz1" presStyleCnt="0"/>
      <dgm:spPr/>
    </dgm:pt>
    <dgm:pt modelId="{5836B48D-1F96-48CE-8E92-3613F82BFF3C}" type="pres">
      <dgm:prSet presAssocID="{DEAE4AA1-9EA2-46C5-ACC8-3B834ABF4ED8}" presName="tx1" presStyleLbl="revTx" presStyleIdx="1" presStyleCnt="4"/>
      <dgm:spPr/>
    </dgm:pt>
    <dgm:pt modelId="{710C18FF-F4D4-4E2C-936E-10C5FB20CDEE}" type="pres">
      <dgm:prSet presAssocID="{DEAE4AA1-9EA2-46C5-ACC8-3B834ABF4ED8}" presName="vert1" presStyleCnt="0"/>
      <dgm:spPr/>
    </dgm:pt>
    <dgm:pt modelId="{33702C55-8931-4EE6-B602-E954D7A29164}" type="pres">
      <dgm:prSet presAssocID="{B30C0298-774F-40E9-B1B5-A34B59330269}" presName="thickLine" presStyleLbl="alignNode1" presStyleIdx="2" presStyleCnt="4"/>
      <dgm:spPr/>
    </dgm:pt>
    <dgm:pt modelId="{F5C009A5-C918-46A4-A395-3E2C5C7FCE39}" type="pres">
      <dgm:prSet presAssocID="{B30C0298-774F-40E9-B1B5-A34B59330269}" presName="horz1" presStyleCnt="0"/>
      <dgm:spPr/>
    </dgm:pt>
    <dgm:pt modelId="{808DB0FE-51CC-44BD-87DE-A5D620FD371A}" type="pres">
      <dgm:prSet presAssocID="{B30C0298-774F-40E9-B1B5-A34B59330269}" presName="tx1" presStyleLbl="revTx" presStyleIdx="2" presStyleCnt="4"/>
      <dgm:spPr/>
    </dgm:pt>
    <dgm:pt modelId="{CB8CB611-ACDC-40B6-8B52-F79783B1306E}" type="pres">
      <dgm:prSet presAssocID="{B30C0298-774F-40E9-B1B5-A34B59330269}" presName="vert1" presStyleCnt="0"/>
      <dgm:spPr/>
    </dgm:pt>
    <dgm:pt modelId="{AEC34CE7-7E71-48D4-90C1-9B030D71B535}" type="pres">
      <dgm:prSet presAssocID="{85CFB26E-C810-4A04-A3F3-2EDE98377D62}" presName="thickLine" presStyleLbl="alignNode1" presStyleIdx="3" presStyleCnt="4"/>
      <dgm:spPr/>
    </dgm:pt>
    <dgm:pt modelId="{D419AFF2-B5C0-4DA9-A193-BD1F66A5A249}" type="pres">
      <dgm:prSet presAssocID="{85CFB26E-C810-4A04-A3F3-2EDE98377D62}" presName="horz1" presStyleCnt="0"/>
      <dgm:spPr/>
    </dgm:pt>
    <dgm:pt modelId="{B869AA7A-5FF1-46E7-8D15-32241AC90E21}" type="pres">
      <dgm:prSet presAssocID="{85CFB26E-C810-4A04-A3F3-2EDE98377D62}" presName="tx1" presStyleLbl="revTx" presStyleIdx="3" presStyleCnt="4"/>
      <dgm:spPr/>
    </dgm:pt>
    <dgm:pt modelId="{63656D92-8A0C-4239-9E6E-0F7429C9AB77}" type="pres">
      <dgm:prSet presAssocID="{85CFB26E-C810-4A04-A3F3-2EDE98377D62}" presName="vert1" presStyleCnt="0"/>
      <dgm:spPr/>
    </dgm:pt>
  </dgm:ptLst>
  <dgm:cxnLst>
    <dgm:cxn modelId="{5B801B1E-03EF-48DC-8B26-DFF9471859A1}" type="presOf" srcId="{18C3859D-C897-40C8-B792-6C61345FA570}" destId="{B5F898F4-7682-4304-8085-1A9FC91B8B8B}" srcOrd="0" destOrd="0" presId="urn:microsoft.com/office/officeart/2008/layout/LinedList"/>
    <dgm:cxn modelId="{08293E29-D8F4-4EE6-AA5E-9C5F72D8A5B2}" srcId="{18C3859D-C897-40C8-B792-6C61345FA570}" destId="{24AB920D-5C0C-435C-87CC-FD3D730C7CA6}" srcOrd="0" destOrd="0" parTransId="{D26CEA92-CEA9-4921-9745-F43E9397FD53}" sibTransId="{C4857F46-93E3-432D-B195-CC6E79871FF0}"/>
    <dgm:cxn modelId="{955B1934-2059-4B04-AEDD-B2D34B81608B}" type="presOf" srcId="{DEAE4AA1-9EA2-46C5-ACC8-3B834ABF4ED8}" destId="{5836B48D-1F96-48CE-8E92-3613F82BFF3C}" srcOrd="0" destOrd="0" presId="urn:microsoft.com/office/officeart/2008/layout/LinedList"/>
    <dgm:cxn modelId="{D9F85C5D-0866-452E-AD85-7CC5C5089245}" type="presOf" srcId="{24AB920D-5C0C-435C-87CC-FD3D730C7CA6}" destId="{F5DD0D7B-015D-4DB6-8EF1-94BC9FE69DE6}" srcOrd="0" destOrd="0" presId="urn:microsoft.com/office/officeart/2008/layout/LinedList"/>
    <dgm:cxn modelId="{CCD55A7E-31D1-4C6C-B169-BE99E6FD2A34}" srcId="{18C3859D-C897-40C8-B792-6C61345FA570}" destId="{85CFB26E-C810-4A04-A3F3-2EDE98377D62}" srcOrd="3" destOrd="0" parTransId="{62D16944-E6DE-412F-AE71-E965651ED078}" sibTransId="{A837190B-7918-402C-98FB-656BFFF34539}"/>
    <dgm:cxn modelId="{1886D2A6-71C5-465A-A605-52F03C4D1718}" srcId="{18C3859D-C897-40C8-B792-6C61345FA570}" destId="{DEAE4AA1-9EA2-46C5-ACC8-3B834ABF4ED8}" srcOrd="1" destOrd="0" parTransId="{23E39944-CEFC-449D-8319-40C9F892792B}" sibTransId="{01BD7600-836B-4606-B16B-4CA322DA9521}"/>
    <dgm:cxn modelId="{2C58F4AB-0444-4F8D-A779-45072DC86850}" type="presOf" srcId="{85CFB26E-C810-4A04-A3F3-2EDE98377D62}" destId="{B869AA7A-5FF1-46E7-8D15-32241AC90E21}" srcOrd="0" destOrd="0" presId="urn:microsoft.com/office/officeart/2008/layout/LinedList"/>
    <dgm:cxn modelId="{D461A5EF-7582-458F-8826-4ECA6043DFBE}" srcId="{18C3859D-C897-40C8-B792-6C61345FA570}" destId="{B30C0298-774F-40E9-B1B5-A34B59330269}" srcOrd="2" destOrd="0" parTransId="{B285BA5B-BB1D-48D1-AED5-06C8C7219E61}" sibTransId="{D4C26044-CF3C-486B-BB6F-AD86DB052069}"/>
    <dgm:cxn modelId="{1B6119F2-0B6F-4C9E-9FCE-ECD0E44EE703}" type="presOf" srcId="{B30C0298-774F-40E9-B1B5-A34B59330269}" destId="{808DB0FE-51CC-44BD-87DE-A5D620FD371A}" srcOrd="0" destOrd="0" presId="urn:microsoft.com/office/officeart/2008/layout/LinedList"/>
    <dgm:cxn modelId="{2A87C1D7-EE00-41EA-AF36-6BF9A6DE8594}" type="presParOf" srcId="{B5F898F4-7682-4304-8085-1A9FC91B8B8B}" destId="{5311E1EA-34D6-4C32-8381-77EC36424B4C}" srcOrd="0" destOrd="0" presId="urn:microsoft.com/office/officeart/2008/layout/LinedList"/>
    <dgm:cxn modelId="{4163BBDF-A034-43B8-94C0-0C3796F648D7}" type="presParOf" srcId="{B5F898F4-7682-4304-8085-1A9FC91B8B8B}" destId="{BB7B5225-7CCC-4A9E-BDD7-B040B98710CE}" srcOrd="1" destOrd="0" presId="urn:microsoft.com/office/officeart/2008/layout/LinedList"/>
    <dgm:cxn modelId="{61870235-BD1C-44E1-B159-0CF73FC848CA}" type="presParOf" srcId="{BB7B5225-7CCC-4A9E-BDD7-B040B98710CE}" destId="{F5DD0D7B-015D-4DB6-8EF1-94BC9FE69DE6}" srcOrd="0" destOrd="0" presId="urn:microsoft.com/office/officeart/2008/layout/LinedList"/>
    <dgm:cxn modelId="{CFA628BE-47D2-4E03-8954-2D0C3758F580}" type="presParOf" srcId="{BB7B5225-7CCC-4A9E-BDD7-B040B98710CE}" destId="{14267BFE-F147-4015-9572-C15BE71B8978}" srcOrd="1" destOrd="0" presId="urn:microsoft.com/office/officeart/2008/layout/LinedList"/>
    <dgm:cxn modelId="{EDB8243B-370D-4640-A757-BB5B2AF8C619}" type="presParOf" srcId="{B5F898F4-7682-4304-8085-1A9FC91B8B8B}" destId="{5D014DA1-E7F7-474C-BA96-9098D2531A41}" srcOrd="2" destOrd="0" presId="urn:microsoft.com/office/officeart/2008/layout/LinedList"/>
    <dgm:cxn modelId="{1C297D36-0B97-418B-AB2A-37AE3D203F26}" type="presParOf" srcId="{B5F898F4-7682-4304-8085-1A9FC91B8B8B}" destId="{4B94FC35-55AB-4260-9CAC-93AB376A2C80}" srcOrd="3" destOrd="0" presId="urn:microsoft.com/office/officeart/2008/layout/LinedList"/>
    <dgm:cxn modelId="{D9FA6D88-0AEB-464B-A5D9-9629AC50D973}" type="presParOf" srcId="{4B94FC35-55AB-4260-9CAC-93AB376A2C80}" destId="{5836B48D-1F96-48CE-8E92-3613F82BFF3C}" srcOrd="0" destOrd="0" presId="urn:microsoft.com/office/officeart/2008/layout/LinedList"/>
    <dgm:cxn modelId="{0BC14266-C3A3-49EE-804E-75F42A5816D7}" type="presParOf" srcId="{4B94FC35-55AB-4260-9CAC-93AB376A2C80}" destId="{710C18FF-F4D4-4E2C-936E-10C5FB20CDEE}" srcOrd="1" destOrd="0" presId="urn:microsoft.com/office/officeart/2008/layout/LinedList"/>
    <dgm:cxn modelId="{02282A1F-18B8-4833-9198-94CE6D78C6A4}" type="presParOf" srcId="{B5F898F4-7682-4304-8085-1A9FC91B8B8B}" destId="{33702C55-8931-4EE6-B602-E954D7A29164}" srcOrd="4" destOrd="0" presId="urn:microsoft.com/office/officeart/2008/layout/LinedList"/>
    <dgm:cxn modelId="{EE2D5989-53A4-41F7-8B5F-9C27128928A1}" type="presParOf" srcId="{B5F898F4-7682-4304-8085-1A9FC91B8B8B}" destId="{F5C009A5-C918-46A4-A395-3E2C5C7FCE39}" srcOrd="5" destOrd="0" presId="urn:microsoft.com/office/officeart/2008/layout/LinedList"/>
    <dgm:cxn modelId="{B955FAB2-3696-43F0-8253-33BF1CA88DEB}" type="presParOf" srcId="{F5C009A5-C918-46A4-A395-3E2C5C7FCE39}" destId="{808DB0FE-51CC-44BD-87DE-A5D620FD371A}" srcOrd="0" destOrd="0" presId="urn:microsoft.com/office/officeart/2008/layout/LinedList"/>
    <dgm:cxn modelId="{3C09AC36-4BAB-42FF-BC81-51F8F32EC665}" type="presParOf" srcId="{F5C009A5-C918-46A4-A395-3E2C5C7FCE39}" destId="{CB8CB611-ACDC-40B6-8B52-F79783B1306E}" srcOrd="1" destOrd="0" presId="urn:microsoft.com/office/officeart/2008/layout/LinedList"/>
    <dgm:cxn modelId="{0D917386-7FE1-4DBD-983D-78B7DE01C150}" type="presParOf" srcId="{B5F898F4-7682-4304-8085-1A9FC91B8B8B}" destId="{AEC34CE7-7E71-48D4-90C1-9B030D71B535}" srcOrd="6" destOrd="0" presId="urn:microsoft.com/office/officeart/2008/layout/LinedList"/>
    <dgm:cxn modelId="{C9D2CFEE-858A-4461-8794-F40069E6C810}" type="presParOf" srcId="{B5F898F4-7682-4304-8085-1A9FC91B8B8B}" destId="{D419AFF2-B5C0-4DA9-A193-BD1F66A5A249}" srcOrd="7" destOrd="0" presId="urn:microsoft.com/office/officeart/2008/layout/LinedList"/>
    <dgm:cxn modelId="{A3B977BA-8734-4AC9-ADFC-FCD7BEF4573C}" type="presParOf" srcId="{D419AFF2-B5C0-4DA9-A193-BD1F66A5A249}" destId="{B869AA7A-5FF1-46E7-8D15-32241AC90E21}" srcOrd="0" destOrd="0" presId="urn:microsoft.com/office/officeart/2008/layout/LinedList"/>
    <dgm:cxn modelId="{1640F4E2-CA14-42CA-8BC2-6B8533B79A82}" type="presParOf" srcId="{D419AFF2-B5C0-4DA9-A193-BD1F66A5A249}" destId="{63656D92-8A0C-4239-9E6E-0F7429C9AB7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63C0F44-854D-4F23-BB27-0301454A1E0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94BFBA7-C719-4C04-B712-DF686ADB8933}">
      <dgm:prSet/>
      <dgm:spPr/>
      <dgm:t>
        <a:bodyPr/>
        <a:lstStyle/>
        <a:p>
          <a:r>
            <a:rPr lang="en-US"/>
            <a:t>• Synthetic Minority Oversampling Technique</a:t>
          </a:r>
        </a:p>
      </dgm:t>
    </dgm:pt>
    <dgm:pt modelId="{8BCAD6AC-4B75-4EA2-8325-AFF35E710854}" type="parTrans" cxnId="{D3D7A850-43B7-4425-97D7-0BB7D97FD1C5}">
      <dgm:prSet/>
      <dgm:spPr/>
      <dgm:t>
        <a:bodyPr/>
        <a:lstStyle/>
        <a:p>
          <a:endParaRPr lang="en-US"/>
        </a:p>
      </dgm:t>
    </dgm:pt>
    <dgm:pt modelId="{1AD349B0-4414-4FC3-A1D2-451F01806CA3}" type="sibTrans" cxnId="{D3D7A850-43B7-4425-97D7-0BB7D97FD1C5}">
      <dgm:prSet/>
      <dgm:spPr/>
      <dgm:t>
        <a:bodyPr/>
        <a:lstStyle/>
        <a:p>
          <a:endParaRPr lang="en-US"/>
        </a:p>
      </dgm:t>
    </dgm:pt>
    <dgm:pt modelId="{B4776EB4-7C1F-4570-98B8-2A020D9B9F9C}">
      <dgm:prSet/>
      <dgm:spPr/>
      <dgm:t>
        <a:bodyPr/>
        <a:lstStyle/>
        <a:p>
          <a:r>
            <a:rPr lang="en-US"/>
            <a:t>• Generates new minority samples</a:t>
          </a:r>
        </a:p>
      </dgm:t>
    </dgm:pt>
    <dgm:pt modelId="{F7CB9D78-CBB0-4625-AE2A-1F74930354DB}" type="parTrans" cxnId="{80D44359-96D1-4DC2-B9B7-01B4B1055B52}">
      <dgm:prSet/>
      <dgm:spPr/>
      <dgm:t>
        <a:bodyPr/>
        <a:lstStyle/>
        <a:p>
          <a:endParaRPr lang="en-US"/>
        </a:p>
      </dgm:t>
    </dgm:pt>
    <dgm:pt modelId="{090FCA73-D79A-4CF0-B6EA-14E065096F7A}" type="sibTrans" cxnId="{80D44359-96D1-4DC2-B9B7-01B4B1055B52}">
      <dgm:prSet/>
      <dgm:spPr/>
      <dgm:t>
        <a:bodyPr/>
        <a:lstStyle/>
        <a:p>
          <a:endParaRPr lang="en-US"/>
        </a:p>
      </dgm:t>
    </dgm:pt>
    <dgm:pt modelId="{25F91783-CEB4-4D6D-8119-8EF7113F4049}">
      <dgm:prSet/>
      <dgm:spPr/>
      <dgm:t>
        <a:bodyPr/>
        <a:lstStyle/>
        <a:p>
          <a:r>
            <a:rPr lang="en-US"/>
            <a:t>• Applied AFTER Tomek Links</a:t>
          </a:r>
        </a:p>
      </dgm:t>
    </dgm:pt>
    <dgm:pt modelId="{39051376-FB60-487C-81F3-99B55685CAB9}" type="parTrans" cxnId="{31AF7804-E730-4774-818C-DD777B4E77F2}">
      <dgm:prSet/>
      <dgm:spPr/>
      <dgm:t>
        <a:bodyPr/>
        <a:lstStyle/>
        <a:p>
          <a:endParaRPr lang="en-US"/>
        </a:p>
      </dgm:t>
    </dgm:pt>
    <dgm:pt modelId="{A942D609-BF07-4EF9-8C67-EAE441ABDC6E}" type="sibTrans" cxnId="{31AF7804-E730-4774-818C-DD777B4E77F2}">
      <dgm:prSet/>
      <dgm:spPr/>
      <dgm:t>
        <a:bodyPr/>
        <a:lstStyle/>
        <a:p>
          <a:endParaRPr lang="en-US"/>
        </a:p>
      </dgm:t>
    </dgm:pt>
    <dgm:pt modelId="{8498BE69-3827-4694-AF5C-8A650D5F45A6}">
      <dgm:prSet/>
      <dgm:spPr/>
      <dgm:t>
        <a:bodyPr/>
        <a:lstStyle/>
        <a:p>
          <a:r>
            <a:rPr lang="en-US"/>
            <a:t>• Purpose: Correct imbalance</a:t>
          </a:r>
        </a:p>
      </dgm:t>
    </dgm:pt>
    <dgm:pt modelId="{0F883E69-68E8-4D5F-A859-495D79B980C5}" type="parTrans" cxnId="{14455275-2663-4CD3-932F-DF267347B948}">
      <dgm:prSet/>
      <dgm:spPr/>
      <dgm:t>
        <a:bodyPr/>
        <a:lstStyle/>
        <a:p>
          <a:endParaRPr lang="en-US"/>
        </a:p>
      </dgm:t>
    </dgm:pt>
    <dgm:pt modelId="{F2792381-C0CF-4D23-9EE7-0DAA5FCB6D53}" type="sibTrans" cxnId="{14455275-2663-4CD3-932F-DF267347B948}">
      <dgm:prSet/>
      <dgm:spPr/>
      <dgm:t>
        <a:bodyPr/>
        <a:lstStyle/>
        <a:p>
          <a:endParaRPr lang="en-US"/>
        </a:p>
      </dgm:t>
    </dgm:pt>
    <dgm:pt modelId="{C47A8813-BFF9-4AC6-8642-7D480BF7D390}">
      <dgm:prSet/>
      <dgm:spPr/>
      <dgm:t>
        <a:bodyPr/>
        <a:lstStyle/>
        <a:p>
          <a:r>
            <a:rPr lang="en-US"/>
            <a:t>• Improves model fairness &amp; accuracy</a:t>
          </a:r>
        </a:p>
      </dgm:t>
    </dgm:pt>
    <dgm:pt modelId="{E0A8A091-BC63-44D5-AB0D-88FA55A24938}" type="parTrans" cxnId="{BA5F391F-58C9-468B-B629-6FAC5FA08156}">
      <dgm:prSet/>
      <dgm:spPr/>
      <dgm:t>
        <a:bodyPr/>
        <a:lstStyle/>
        <a:p>
          <a:endParaRPr lang="en-US"/>
        </a:p>
      </dgm:t>
    </dgm:pt>
    <dgm:pt modelId="{ED1AB6CC-7671-46A2-8A5E-089BB5932E0F}" type="sibTrans" cxnId="{BA5F391F-58C9-468B-B629-6FAC5FA08156}">
      <dgm:prSet/>
      <dgm:spPr/>
      <dgm:t>
        <a:bodyPr/>
        <a:lstStyle/>
        <a:p>
          <a:endParaRPr lang="en-US"/>
        </a:p>
      </dgm:t>
    </dgm:pt>
    <dgm:pt modelId="{7F1D40D9-4A3C-491B-8004-3AD44602CD26}" type="pres">
      <dgm:prSet presAssocID="{263C0F44-854D-4F23-BB27-0301454A1E0C}" presName="vert0" presStyleCnt="0">
        <dgm:presLayoutVars>
          <dgm:dir/>
          <dgm:animOne val="branch"/>
          <dgm:animLvl val="lvl"/>
        </dgm:presLayoutVars>
      </dgm:prSet>
      <dgm:spPr/>
    </dgm:pt>
    <dgm:pt modelId="{7C1988B5-6D95-4A32-9AAE-19E07AF36005}" type="pres">
      <dgm:prSet presAssocID="{C94BFBA7-C719-4C04-B712-DF686ADB8933}" presName="thickLine" presStyleLbl="alignNode1" presStyleIdx="0" presStyleCnt="5"/>
      <dgm:spPr/>
    </dgm:pt>
    <dgm:pt modelId="{5E4B593A-560B-4D92-8C60-9294F7E9AAB2}" type="pres">
      <dgm:prSet presAssocID="{C94BFBA7-C719-4C04-B712-DF686ADB8933}" presName="horz1" presStyleCnt="0"/>
      <dgm:spPr/>
    </dgm:pt>
    <dgm:pt modelId="{4B4B532B-BE20-4998-854A-A5D3952F8BEB}" type="pres">
      <dgm:prSet presAssocID="{C94BFBA7-C719-4C04-B712-DF686ADB8933}" presName="tx1" presStyleLbl="revTx" presStyleIdx="0" presStyleCnt="5"/>
      <dgm:spPr/>
    </dgm:pt>
    <dgm:pt modelId="{E9CCFE1F-237E-4FF6-9A88-DC97BD79A107}" type="pres">
      <dgm:prSet presAssocID="{C94BFBA7-C719-4C04-B712-DF686ADB8933}" presName="vert1" presStyleCnt="0"/>
      <dgm:spPr/>
    </dgm:pt>
    <dgm:pt modelId="{8A92C3D9-7686-4C3A-838D-8F26134D423A}" type="pres">
      <dgm:prSet presAssocID="{B4776EB4-7C1F-4570-98B8-2A020D9B9F9C}" presName="thickLine" presStyleLbl="alignNode1" presStyleIdx="1" presStyleCnt="5"/>
      <dgm:spPr/>
    </dgm:pt>
    <dgm:pt modelId="{75A9EE1E-3BA0-4BD3-AB05-19CF94C21E32}" type="pres">
      <dgm:prSet presAssocID="{B4776EB4-7C1F-4570-98B8-2A020D9B9F9C}" presName="horz1" presStyleCnt="0"/>
      <dgm:spPr/>
    </dgm:pt>
    <dgm:pt modelId="{C5BE6E00-4EA7-4D03-AE95-FB383D20BFCE}" type="pres">
      <dgm:prSet presAssocID="{B4776EB4-7C1F-4570-98B8-2A020D9B9F9C}" presName="tx1" presStyleLbl="revTx" presStyleIdx="1" presStyleCnt="5"/>
      <dgm:spPr/>
    </dgm:pt>
    <dgm:pt modelId="{4D5AD2B6-7BEB-46DD-8688-C49C6220AB7E}" type="pres">
      <dgm:prSet presAssocID="{B4776EB4-7C1F-4570-98B8-2A020D9B9F9C}" presName="vert1" presStyleCnt="0"/>
      <dgm:spPr/>
    </dgm:pt>
    <dgm:pt modelId="{3E5B2334-1263-4E9B-B6DF-450EE6D3B203}" type="pres">
      <dgm:prSet presAssocID="{25F91783-CEB4-4D6D-8119-8EF7113F4049}" presName="thickLine" presStyleLbl="alignNode1" presStyleIdx="2" presStyleCnt="5"/>
      <dgm:spPr/>
    </dgm:pt>
    <dgm:pt modelId="{C9EFCCC9-E486-40EB-B97F-F10D504E119F}" type="pres">
      <dgm:prSet presAssocID="{25F91783-CEB4-4D6D-8119-8EF7113F4049}" presName="horz1" presStyleCnt="0"/>
      <dgm:spPr/>
    </dgm:pt>
    <dgm:pt modelId="{0530E815-BDCC-41FF-9B70-D5C6074A76E7}" type="pres">
      <dgm:prSet presAssocID="{25F91783-CEB4-4D6D-8119-8EF7113F4049}" presName="tx1" presStyleLbl="revTx" presStyleIdx="2" presStyleCnt="5"/>
      <dgm:spPr/>
    </dgm:pt>
    <dgm:pt modelId="{EE1E98E1-F3DC-411E-A667-D6AD4E601880}" type="pres">
      <dgm:prSet presAssocID="{25F91783-CEB4-4D6D-8119-8EF7113F4049}" presName="vert1" presStyleCnt="0"/>
      <dgm:spPr/>
    </dgm:pt>
    <dgm:pt modelId="{3427FA97-1DCC-4A65-A0FA-3AFE4A4B7D08}" type="pres">
      <dgm:prSet presAssocID="{8498BE69-3827-4694-AF5C-8A650D5F45A6}" presName="thickLine" presStyleLbl="alignNode1" presStyleIdx="3" presStyleCnt="5"/>
      <dgm:spPr/>
    </dgm:pt>
    <dgm:pt modelId="{4AC9FA75-644F-478B-89ED-4B703BA5E1F4}" type="pres">
      <dgm:prSet presAssocID="{8498BE69-3827-4694-AF5C-8A650D5F45A6}" presName="horz1" presStyleCnt="0"/>
      <dgm:spPr/>
    </dgm:pt>
    <dgm:pt modelId="{C0756D93-B25A-4D1B-9A34-B3EBF38ED2D8}" type="pres">
      <dgm:prSet presAssocID="{8498BE69-3827-4694-AF5C-8A650D5F45A6}" presName="tx1" presStyleLbl="revTx" presStyleIdx="3" presStyleCnt="5"/>
      <dgm:spPr/>
    </dgm:pt>
    <dgm:pt modelId="{72454F67-2AFE-4806-83B8-E8FAFA579849}" type="pres">
      <dgm:prSet presAssocID="{8498BE69-3827-4694-AF5C-8A650D5F45A6}" presName="vert1" presStyleCnt="0"/>
      <dgm:spPr/>
    </dgm:pt>
    <dgm:pt modelId="{2B29425F-4E15-49C6-B8EE-F00B128E8949}" type="pres">
      <dgm:prSet presAssocID="{C47A8813-BFF9-4AC6-8642-7D480BF7D390}" presName="thickLine" presStyleLbl="alignNode1" presStyleIdx="4" presStyleCnt="5"/>
      <dgm:spPr/>
    </dgm:pt>
    <dgm:pt modelId="{8B6D473B-6252-4AC9-8B7F-2848E80AC8B8}" type="pres">
      <dgm:prSet presAssocID="{C47A8813-BFF9-4AC6-8642-7D480BF7D390}" presName="horz1" presStyleCnt="0"/>
      <dgm:spPr/>
    </dgm:pt>
    <dgm:pt modelId="{17AB6B6B-59B8-42D3-A194-59E7FA04B4E4}" type="pres">
      <dgm:prSet presAssocID="{C47A8813-BFF9-4AC6-8642-7D480BF7D390}" presName="tx1" presStyleLbl="revTx" presStyleIdx="4" presStyleCnt="5"/>
      <dgm:spPr/>
    </dgm:pt>
    <dgm:pt modelId="{A0553ABA-AB70-4284-B312-6C686BD965F2}" type="pres">
      <dgm:prSet presAssocID="{C47A8813-BFF9-4AC6-8642-7D480BF7D390}" presName="vert1" presStyleCnt="0"/>
      <dgm:spPr/>
    </dgm:pt>
  </dgm:ptLst>
  <dgm:cxnLst>
    <dgm:cxn modelId="{31AF7804-E730-4774-818C-DD777B4E77F2}" srcId="{263C0F44-854D-4F23-BB27-0301454A1E0C}" destId="{25F91783-CEB4-4D6D-8119-8EF7113F4049}" srcOrd="2" destOrd="0" parTransId="{39051376-FB60-487C-81F3-99B55685CAB9}" sibTransId="{A942D609-BF07-4EF9-8C67-EAE441ABDC6E}"/>
    <dgm:cxn modelId="{46E2E514-B42F-4F83-B6A7-655B246545E0}" type="presOf" srcId="{C94BFBA7-C719-4C04-B712-DF686ADB8933}" destId="{4B4B532B-BE20-4998-854A-A5D3952F8BEB}" srcOrd="0" destOrd="0" presId="urn:microsoft.com/office/officeart/2008/layout/LinedList"/>
    <dgm:cxn modelId="{6C92B115-6EF2-468C-8A20-240500BAE918}" type="presOf" srcId="{25F91783-CEB4-4D6D-8119-8EF7113F4049}" destId="{0530E815-BDCC-41FF-9B70-D5C6074A76E7}" srcOrd="0" destOrd="0" presId="urn:microsoft.com/office/officeart/2008/layout/LinedList"/>
    <dgm:cxn modelId="{56499817-F2DD-443F-9314-3691DFC69DF9}" type="presOf" srcId="{B4776EB4-7C1F-4570-98B8-2A020D9B9F9C}" destId="{C5BE6E00-4EA7-4D03-AE95-FB383D20BFCE}" srcOrd="0" destOrd="0" presId="urn:microsoft.com/office/officeart/2008/layout/LinedList"/>
    <dgm:cxn modelId="{BA5F391F-58C9-468B-B629-6FAC5FA08156}" srcId="{263C0F44-854D-4F23-BB27-0301454A1E0C}" destId="{C47A8813-BFF9-4AC6-8642-7D480BF7D390}" srcOrd="4" destOrd="0" parTransId="{E0A8A091-BC63-44D5-AB0D-88FA55A24938}" sibTransId="{ED1AB6CC-7671-46A2-8A5E-089BB5932E0F}"/>
    <dgm:cxn modelId="{60A06633-DEB5-409D-BB00-750C156AF455}" type="presOf" srcId="{8498BE69-3827-4694-AF5C-8A650D5F45A6}" destId="{C0756D93-B25A-4D1B-9A34-B3EBF38ED2D8}" srcOrd="0" destOrd="0" presId="urn:microsoft.com/office/officeart/2008/layout/LinedList"/>
    <dgm:cxn modelId="{D3D7A850-43B7-4425-97D7-0BB7D97FD1C5}" srcId="{263C0F44-854D-4F23-BB27-0301454A1E0C}" destId="{C94BFBA7-C719-4C04-B712-DF686ADB8933}" srcOrd="0" destOrd="0" parTransId="{8BCAD6AC-4B75-4EA2-8325-AFF35E710854}" sibTransId="{1AD349B0-4414-4FC3-A1D2-451F01806CA3}"/>
    <dgm:cxn modelId="{14455275-2663-4CD3-932F-DF267347B948}" srcId="{263C0F44-854D-4F23-BB27-0301454A1E0C}" destId="{8498BE69-3827-4694-AF5C-8A650D5F45A6}" srcOrd="3" destOrd="0" parTransId="{0F883E69-68E8-4D5F-A859-495D79B980C5}" sibTransId="{F2792381-C0CF-4D23-9EE7-0DAA5FCB6D53}"/>
    <dgm:cxn modelId="{80D44359-96D1-4DC2-B9B7-01B4B1055B52}" srcId="{263C0F44-854D-4F23-BB27-0301454A1E0C}" destId="{B4776EB4-7C1F-4570-98B8-2A020D9B9F9C}" srcOrd="1" destOrd="0" parTransId="{F7CB9D78-CBB0-4625-AE2A-1F74930354DB}" sibTransId="{090FCA73-D79A-4CF0-B6EA-14E065096F7A}"/>
    <dgm:cxn modelId="{ACB888AC-D21F-46AB-9AF8-DC838EC18D48}" type="presOf" srcId="{C47A8813-BFF9-4AC6-8642-7D480BF7D390}" destId="{17AB6B6B-59B8-42D3-A194-59E7FA04B4E4}" srcOrd="0" destOrd="0" presId="urn:microsoft.com/office/officeart/2008/layout/LinedList"/>
    <dgm:cxn modelId="{7D0F89F9-E46D-4D47-B885-1F553F41B05D}" type="presOf" srcId="{263C0F44-854D-4F23-BB27-0301454A1E0C}" destId="{7F1D40D9-4A3C-491B-8004-3AD44602CD26}" srcOrd="0" destOrd="0" presId="urn:microsoft.com/office/officeart/2008/layout/LinedList"/>
    <dgm:cxn modelId="{D351F4D4-8CFD-4814-8AC6-637E1D5510E5}" type="presParOf" srcId="{7F1D40D9-4A3C-491B-8004-3AD44602CD26}" destId="{7C1988B5-6D95-4A32-9AAE-19E07AF36005}" srcOrd="0" destOrd="0" presId="urn:microsoft.com/office/officeart/2008/layout/LinedList"/>
    <dgm:cxn modelId="{1E58C9EF-3411-427B-BB33-20E7257A7743}" type="presParOf" srcId="{7F1D40D9-4A3C-491B-8004-3AD44602CD26}" destId="{5E4B593A-560B-4D92-8C60-9294F7E9AAB2}" srcOrd="1" destOrd="0" presId="urn:microsoft.com/office/officeart/2008/layout/LinedList"/>
    <dgm:cxn modelId="{6135ABA3-FA0C-4CAD-928B-712F6A34C5E1}" type="presParOf" srcId="{5E4B593A-560B-4D92-8C60-9294F7E9AAB2}" destId="{4B4B532B-BE20-4998-854A-A5D3952F8BEB}" srcOrd="0" destOrd="0" presId="urn:microsoft.com/office/officeart/2008/layout/LinedList"/>
    <dgm:cxn modelId="{3FC93D78-89E3-4012-B55A-3DC34EA2FD23}" type="presParOf" srcId="{5E4B593A-560B-4D92-8C60-9294F7E9AAB2}" destId="{E9CCFE1F-237E-4FF6-9A88-DC97BD79A107}" srcOrd="1" destOrd="0" presId="urn:microsoft.com/office/officeart/2008/layout/LinedList"/>
    <dgm:cxn modelId="{709B7E05-AD7F-4378-9215-2D29F50DD72F}" type="presParOf" srcId="{7F1D40D9-4A3C-491B-8004-3AD44602CD26}" destId="{8A92C3D9-7686-4C3A-838D-8F26134D423A}" srcOrd="2" destOrd="0" presId="urn:microsoft.com/office/officeart/2008/layout/LinedList"/>
    <dgm:cxn modelId="{9AA9C82A-CEE6-4EF6-9F1F-25EE60A3FEDB}" type="presParOf" srcId="{7F1D40D9-4A3C-491B-8004-3AD44602CD26}" destId="{75A9EE1E-3BA0-4BD3-AB05-19CF94C21E32}" srcOrd="3" destOrd="0" presId="urn:microsoft.com/office/officeart/2008/layout/LinedList"/>
    <dgm:cxn modelId="{3C34B422-3238-4101-BC0F-C5096C5D1D5E}" type="presParOf" srcId="{75A9EE1E-3BA0-4BD3-AB05-19CF94C21E32}" destId="{C5BE6E00-4EA7-4D03-AE95-FB383D20BFCE}" srcOrd="0" destOrd="0" presId="urn:microsoft.com/office/officeart/2008/layout/LinedList"/>
    <dgm:cxn modelId="{3896A7AB-7D2C-42BD-A051-32390CBD8B38}" type="presParOf" srcId="{75A9EE1E-3BA0-4BD3-AB05-19CF94C21E32}" destId="{4D5AD2B6-7BEB-46DD-8688-C49C6220AB7E}" srcOrd="1" destOrd="0" presId="urn:microsoft.com/office/officeart/2008/layout/LinedList"/>
    <dgm:cxn modelId="{0591EEA0-6F70-41B3-ABA8-D6F1E311488E}" type="presParOf" srcId="{7F1D40D9-4A3C-491B-8004-3AD44602CD26}" destId="{3E5B2334-1263-4E9B-B6DF-450EE6D3B203}" srcOrd="4" destOrd="0" presId="urn:microsoft.com/office/officeart/2008/layout/LinedList"/>
    <dgm:cxn modelId="{6E5018B5-C74D-42C2-877A-1258EDD471BB}" type="presParOf" srcId="{7F1D40D9-4A3C-491B-8004-3AD44602CD26}" destId="{C9EFCCC9-E486-40EB-B97F-F10D504E119F}" srcOrd="5" destOrd="0" presId="urn:microsoft.com/office/officeart/2008/layout/LinedList"/>
    <dgm:cxn modelId="{8CB77596-38DF-4C22-B916-EE796701E079}" type="presParOf" srcId="{C9EFCCC9-E486-40EB-B97F-F10D504E119F}" destId="{0530E815-BDCC-41FF-9B70-D5C6074A76E7}" srcOrd="0" destOrd="0" presId="urn:microsoft.com/office/officeart/2008/layout/LinedList"/>
    <dgm:cxn modelId="{4B9B7AFB-03E7-441F-AFEA-CCB29E912F57}" type="presParOf" srcId="{C9EFCCC9-E486-40EB-B97F-F10D504E119F}" destId="{EE1E98E1-F3DC-411E-A667-D6AD4E601880}" srcOrd="1" destOrd="0" presId="urn:microsoft.com/office/officeart/2008/layout/LinedList"/>
    <dgm:cxn modelId="{27123154-4754-4FD5-ACCD-E88CC070E923}" type="presParOf" srcId="{7F1D40D9-4A3C-491B-8004-3AD44602CD26}" destId="{3427FA97-1DCC-4A65-A0FA-3AFE4A4B7D08}" srcOrd="6" destOrd="0" presId="urn:microsoft.com/office/officeart/2008/layout/LinedList"/>
    <dgm:cxn modelId="{3634C3C2-148C-4FA3-9BA5-8395E57EBB3D}" type="presParOf" srcId="{7F1D40D9-4A3C-491B-8004-3AD44602CD26}" destId="{4AC9FA75-644F-478B-89ED-4B703BA5E1F4}" srcOrd="7" destOrd="0" presId="urn:microsoft.com/office/officeart/2008/layout/LinedList"/>
    <dgm:cxn modelId="{2B963218-BD9F-46CA-9A83-5BF54A8BBB3C}" type="presParOf" srcId="{4AC9FA75-644F-478B-89ED-4B703BA5E1F4}" destId="{C0756D93-B25A-4D1B-9A34-B3EBF38ED2D8}" srcOrd="0" destOrd="0" presId="urn:microsoft.com/office/officeart/2008/layout/LinedList"/>
    <dgm:cxn modelId="{FC68A932-A82B-45FA-98FA-695683B8E0CD}" type="presParOf" srcId="{4AC9FA75-644F-478B-89ED-4B703BA5E1F4}" destId="{72454F67-2AFE-4806-83B8-E8FAFA579849}" srcOrd="1" destOrd="0" presId="urn:microsoft.com/office/officeart/2008/layout/LinedList"/>
    <dgm:cxn modelId="{596DD6DD-436E-44CA-9B80-C71D8E5E5501}" type="presParOf" srcId="{7F1D40D9-4A3C-491B-8004-3AD44602CD26}" destId="{2B29425F-4E15-49C6-B8EE-F00B128E8949}" srcOrd="8" destOrd="0" presId="urn:microsoft.com/office/officeart/2008/layout/LinedList"/>
    <dgm:cxn modelId="{6FD8DDC8-C1EE-4FFE-A30C-3D743BA75128}" type="presParOf" srcId="{7F1D40D9-4A3C-491B-8004-3AD44602CD26}" destId="{8B6D473B-6252-4AC9-8B7F-2848E80AC8B8}" srcOrd="9" destOrd="0" presId="urn:microsoft.com/office/officeart/2008/layout/LinedList"/>
    <dgm:cxn modelId="{FB19DEB3-2125-481E-9DC7-260A46AFC7AD}" type="presParOf" srcId="{8B6D473B-6252-4AC9-8B7F-2848E80AC8B8}" destId="{17AB6B6B-59B8-42D3-A194-59E7FA04B4E4}" srcOrd="0" destOrd="0" presId="urn:microsoft.com/office/officeart/2008/layout/LinedList"/>
    <dgm:cxn modelId="{0F8EFCDB-5491-41D4-952E-F4C229C66448}" type="presParOf" srcId="{8B6D473B-6252-4AC9-8B7F-2848E80AC8B8}" destId="{A0553ABA-AB70-4284-B312-6C686BD965F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ABC9624-D080-464F-87F5-23D2825CE06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7E2C93F-5639-4408-A358-541A274BF5C4}">
      <dgm:prSet/>
      <dgm:spPr/>
      <dgm:t>
        <a:bodyPr/>
        <a:lstStyle/>
        <a:p>
          <a:r>
            <a:rPr lang="en-US"/>
            <a:t>• X_resampled, y_resampled → Training</a:t>
          </a:r>
        </a:p>
      </dgm:t>
    </dgm:pt>
    <dgm:pt modelId="{618588EA-F256-432B-8C4A-1DD089FC6C3E}" type="parTrans" cxnId="{AB02B04D-60BE-4224-B2AF-EF1E570417D0}">
      <dgm:prSet/>
      <dgm:spPr/>
      <dgm:t>
        <a:bodyPr/>
        <a:lstStyle/>
        <a:p>
          <a:endParaRPr lang="en-US"/>
        </a:p>
      </dgm:t>
    </dgm:pt>
    <dgm:pt modelId="{B9F198F8-0803-4515-8BD0-93F16C60639E}" type="sibTrans" cxnId="{AB02B04D-60BE-4224-B2AF-EF1E570417D0}">
      <dgm:prSet/>
      <dgm:spPr/>
      <dgm:t>
        <a:bodyPr/>
        <a:lstStyle/>
        <a:p>
          <a:endParaRPr lang="en-US"/>
        </a:p>
      </dgm:t>
    </dgm:pt>
    <dgm:pt modelId="{C4750F11-4F8D-4AAB-B325-3ED2FD736597}">
      <dgm:prSet/>
      <dgm:spPr/>
      <dgm:t>
        <a:bodyPr/>
        <a:lstStyle/>
        <a:p>
          <a:r>
            <a:rPr lang="en-US"/>
            <a:t>• X_test_processed, y_test → Evaluation</a:t>
          </a:r>
        </a:p>
      </dgm:t>
    </dgm:pt>
    <dgm:pt modelId="{954A7DC4-6B48-43F7-B807-422E0B020C02}" type="parTrans" cxnId="{8E7B09AD-A736-41A0-B75D-432BD67B3083}">
      <dgm:prSet/>
      <dgm:spPr/>
      <dgm:t>
        <a:bodyPr/>
        <a:lstStyle/>
        <a:p>
          <a:endParaRPr lang="en-US"/>
        </a:p>
      </dgm:t>
    </dgm:pt>
    <dgm:pt modelId="{F784E8D2-83FB-45EA-B7E5-E4F216EFF81D}" type="sibTrans" cxnId="{8E7B09AD-A736-41A0-B75D-432BD67B3083}">
      <dgm:prSet/>
      <dgm:spPr/>
      <dgm:t>
        <a:bodyPr/>
        <a:lstStyle/>
        <a:p>
          <a:endParaRPr lang="en-US"/>
        </a:p>
      </dgm:t>
    </dgm:pt>
    <dgm:pt modelId="{17795052-CE0C-46BF-BD17-79C5CB4D72AE}">
      <dgm:prSet/>
      <dgm:spPr/>
      <dgm:t>
        <a:bodyPr/>
        <a:lstStyle/>
        <a:p>
          <a:r>
            <a:rPr lang="en-US"/>
            <a:t>• Outlier CSVs → Analysis</a:t>
          </a:r>
        </a:p>
      </dgm:t>
    </dgm:pt>
    <dgm:pt modelId="{E6BE931E-1BC2-47F9-B373-9262B32FA427}" type="parTrans" cxnId="{59E90E7B-5B77-42E2-A147-BD586409484F}">
      <dgm:prSet/>
      <dgm:spPr/>
      <dgm:t>
        <a:bodyPr/>
        <a:lstStyle/>
        <a:p>
          <a:endParaRPr lang="en-US"/>
        </a:p>
      </dgm:t>
    </dgm:pt>
    <dgm:pt modelId="{B6DA37CC-3A66-4000-8733-F452B9A61413}" type="sibTrans" cxnId="{59E90E7B-5B77-42E2-A147-BD586409484F}">
      <dgm:prSet/>
      <dgm:spPr/>
      <dgm:t>
        <a:bodyPr/>
        <a:lstStyle/>
        <a:p>
          <a:endParaRPr lang="en-US"/>
        </a:p>
      </dgm:t>
    </dgm:pt>
    <dgm:pt modelId="{DF1C13A1-4D7D-40A3-88AE-CF036707D72A}">
      <dgm:prSet/>
      <dgm:spPr/>
      <dgm:t>
        <a:bodyPr/>
        <a:lstStyle/>
        <a:p>
          <a:r>
            <a:rPr lang="en-US"/>
            <a:t>• Clean Template CSV → Feature Engineering</a:t>
          </a:r>
        </a:p>
      </dgm:t>
    </dgm:pt>
    <dgm:pt modelId="{0D445AB8-EAB2-46F1-8FEC-45DF74DCFAE3}" type="parTrans" cxnId="{B5D797D0-B82F-45B1-AF1D-77C0CE80BDFB}">
      <dgm:prSet/>
      <dgm:spPr/>
      <dgm:t>
        <a:bodyPr/>
        <a:lstStyle/>
        <a:p>
          <a:endParaRPr lang="en-US"/>
        </a:p>
      </dgm:t>
    </dgm:pt>
    <dgm:pt modelId="{1DF41FBF-A51B-4D91-93C5-35E4BB08563E}" type="sibTrans" cxnId="{B5D797D0-B82F-45B1-AF1D-77C0CE80BDFB}">
      <dgm:prSet/>
      <dgm:spPr/>
      <dgm:t>
        <a:bodyPr/>
        <a:lstStyle/>
        <a:p>
          <a:endParaRPr lang="en-US"/>
        </a:p>
      </dgm:t>
    </dgm:pt>
    <dgm:pt modelId="{3B5A7524-9FE6-4EDA-90C1-2A6AD2C976F7}" type="pres">
      <dgm:prSet presAssocID="{7ABC9624-D080-464F-87F5-23D2825CE063}" presName="vert0" presStyleCnt="0">
        <dgm:presLayoutVars>
          <dgm:dir/>
          <dgm:animOne val="branch"/>
          <dgm:animLvl val="lvl"/>
        </dgm:presLayoutVars>
      </dgm:prSet>
      <dgm:spPr/>
    </dgm:pt>
    <dgm:pt modelId="{70B9DBCA-2BE2-414C-B2CD-BB6A3CF6DE6B}" type="pres">
      <dgm:prSet presAssocID="{07E2C93F-5639-4408-A358-541A274BF5C4}" presName="thickLine" presStyleLbl="alignNode1" presStyleIdx="0" presStyleCnt="4"/>
      <dgm:spPr/>
    </dgm:pt>
    <dgm:pt modelId="{1FB27B44-5284-42B4-97B4-1C859C8F85EB}" type="pres">
      <dgm:prSet presAssocID="{07E2C93F-5639-4408-A358-541A274BF5C4}" presName="horz1" presStyleCnt="0"/>
      <dgm:spPr/>
    </dgm:pt>
    <dgm:pt modelId="{D0C83A89-BE70-459D-A68D-EF2F7DD822E9}" type="pres">
      <dgm:prSet presAssocID="{07E2C93F-5639-4408-A358-541A274BF5C4}" presName="tx1" presStyleLbl="revTx" presStyleIdx="0" presStyleCnt="4"/>
      <dgm:spPr/>
    </dgm:pt>
    <dgm:pt modelId="{5E1FD804-7282-4831-A39C-756B57A4AF8C}" type="pres">
      <dgm:prSet presAssocID="{07E2C93F-5639-4408-A358-541A274BF5C4}" presName="vert1" presStyleCnt="0"/>
      <dgm:spPr/>
    </dgm:pt>
    <dgm:pt modelId="{AAE30C3D-6A2A-4A41-AD23-656A88086CED}" type="pres">
      <dgm:prSet presAssocID="{C4750F11-4F8D-4AAB-B325-3ED2FD736597}" presName="thickLine" presStyleLbl="alignNode1" presStyleIdx="1" presStyleCnt="4"/>
      <dgm:spPr/>
    </dgm:pt>
    <dgm:pt modelId="{F4DE385C-3688-474A-A4FF-4DA55DB21687}" type="pres">
      <dgm:prSet presAssocID="{C4750F11-4F8D-4AAB-B325-3ED2FD736597}" presName="horz1" presStyleCnt="0"/>
      <dgm:spPr/>
    </dgm:pt>
    <dgm:pt modelId="{864B9D51-E752-428E-9DF1-62AEF13FB6C1}" type="pres">
      <dgm:prSet presAssocID="{C4750F11-4F8D-4AAB-B325-3ED2FD736597}" presName="tx1" presStyleLbl="revTx" presStyleIdx="1" presStyleCnt="4"/>
      <dgm:spPr/>
    </dgm:pt>
    <dgm:pt modelId="{A3977010-DC43-4DAB-A2A9-3E58195C9DBD}" type="pres">
      <dgm:prSet presAssocID="{C4750F11-4F8D-4AAB-B325-3ED2FD736597}" presName="vert1" presStyleCnt="0"/>
      <dgm:spPr/>
    </dgm:pt>
    <dgm:pt modelId="{9350B30A-2A8E-423B-91DF-F1E9F6C4F102}" type="pres">
      <dgm:prSet presAssocID="{17795052-CE0C-46BF-BD17-79C5CB4D72AE}" presName="thickLine" presStyleLbl="alignNode1" presStyleIdx="2" presStyleCnt="4"/>
      <dgm:spPr/>
    </dgm:pt>
    <dgm:pt modelId="{6599A4C2-8E1E-4C95-922E-13099C2F26DF}" type="pres">
      <dgm:prSet presAssocID="{17795052-CE0C-46BF-BD17-79C5CB4D72AE}" presName="horz1" presStyleCnt="0"/>
      <dgm:spPr/>
    </dgm:pt>
    <dgm:pt modelId="{C85AADAC-44A7-45B9-94F2-5F01349962B0}" type="pres">
      <dgm:prSet presAssocID="{17795052-CE0C-46BF-BD17-79C5CB4D72AE}" presName="tx1" presStyleLbl="revTx" presStyleIdx="2" presStyleCnt="4"/>
      <dgm:spPr/>
    </dgm:pt>
    <dgm:pt modelId="{D2E2FCCA-4180-495A-8DEA-DD7FCD26A7AD}" type="pres">
      <dgm:prSet presAssocID="{17795052-CE0C-46BF-BD17-79C5CB4D72AE}" presName="vert1" presStyleCnt="0"/>
      <dgm:spPr/>
    </dgm:pt>
    <dgm:pt modelId="{1F47EBED-9437-40FD-BBFA-D700F482B68B}" type="pres">
      <dgm:prSet presAssocID="{DF1C13A1-4D7D-40A3-88AE-CF036707D72A}" presName="thickLine" presStyleLbl="alignNode1" presStyleIdx="3" presStyleCnt="4"/>
      <dgm:spPr/>
    </dgm:pt>
    <dgm:pt modelId="{291D4CA9-2959-4E5B-ABEA-813EDD64C3D2}" type="pres">
      <dgm:prSet presAssocID="{DF1C13A1-4D7D-40A3-88AE-CF036707D72A}" presName="horz1" presStyleCnt="0"/>
      <dgm:spPr/>
    </dgm:pt>
    <dgm:pt modelId="{812BFC28-FE04-498F-83C8-51FE4702FE36}" type="pres">
      <dgm:prSet presAssocID="{DF1C13A1-4D7D-40A3-88AE-CF036707D72A}" presName="tx1" presStyleLbl="revTx" presStyleIdx="3" presStyleCnt="4"/>
      <dgm:spPr/>
    </dgm:pt>
    <dgm:pt modelId="{A860F9D2-97BE-4761-8CBC-1B5C62E0C476}" type="pres">
      <dgm:prSet presAssocID="{DF1C13A1-4D7D-40A3-88AE-CF036707D72A}" presName="vert1" presStyleCnt="0"/>
      <dgm:spPr/>
    </dgm:pt>
  </dgm:ptLst>
  <dgm:cxnLst>
    <dgm:cxn modelId="{1B6E3A0A-F46C-4798-9536-DFBD53F3C1F6}" type="presOf" srcId="{7ABC9624-D080-464F-87F5-23D2825CE063}" destId="{3B5A7524-9FE6-4EDA-90C1-2A6AD2C976F7}" srcOrd="0" destOrd="0" presId="urn:microsoft.com/office/officeart/2008/layout/LinedList"/>
    <dgm:cxn modelId="{AB02B04D-60BE-4224-B2AF-EF1E570417D0}" srcId="{7ABC9624-D080-464F-87F5-23D2825CE063}" destId="{07E2C93F-5639-4408-A358-541A274BF5C4}" srcOrd="0" destOrd="0" parTransId="{618588EA-F256-432B-8C4A-1DD089FC6C3E}" sibTransId="{B9F198F8-0803-4515-8BD0-93F16C60639E}"/>
    <dgm:cxn modelId="{59E90E7B-5B77-42E2-A147-BD586409484F}" srcId="{7ABC9624-D080-464F-87F5-23D2825CE063}" destId="{17795052-CE0C-46BF-BD17-79C5CB4D72AE}" srcOrd="2" destOrd="0" parTransId="{E6BE931E-1BC2-47F9-B373-9262B32FA427}" sibTransId="{B6DA37CC-3A66-4000-8733-F452B9A61413}"/>
    <dgm:cxn modelId="{6FF0CE9D-15D3-4D8D-972B-6EC181E89BEA}" type="presOf" srcId="{17795052-CE0C-46BF-BD17-79C5CB4D72AE}" destId="{C85AADAC-44A7-45B9-94F2-5F01349962B0}" srcOrd="0" destOrd="0" presId="urn:microsoft.com/office/officeart/2008/layout/LinedList"/>
    <dgm:cxn modelId="{8E7B09AD-A736-41A0-B75D-432BD67B3083}" srcId="{7ABC9624-D080-464F-87F5-23D2825CE063}" destId="{C4750F11-4F8D-4AAB-B325-3ED2FD736597}" srcOrd="1" destOrd="0" parTransId="{954A7DC4-6B48-43F7-B807-422E0B020C02}" sibTransId="{F784E8D2-83FB-45EA-B7E5-E4F216EFF81D}"/>
    <dgm:cxn modelId="{278D3BB1-922E-4225-A5D7-1FD12AF66695}" type="presOf" srcId="{DF1C13A1-4D7D-40A3-88AE-CF036707D72A}" destId="{812BFC28-FE04-498F-83C8-51FE4702FE36}" srcOrd="0" destOrd="0" presId="urn:microsoft.com/office/officeart/2008/layout/LinedList"/>
    <dgm:cxn modelId="{B750C2B3-BF9F-42B6-BB99-CAAE2ECC245B}" type="presOf" srcId="{07E2C93F-5639-4408-A358-541A274BF5C4}" destId="{D0C83A89-BE70-459D-A68D-EF2F7DD822E9}" srcOrd="0" destOrd="0" presId="urn:microsoft.com/office/officeart/2008/layout/LinedList"/>
    <dgm:cxn modelId="{543334C6-CD1D-4383-9622-94162C8E283F}" type="presOf" srcId="{C4750F11-4F8D-4AAB-B325-3ED2FD736597}" destId="{864B9D51-E752-428E-9DF1-62AEF13FB6C1}" srcOrd="0" destOrd="0" presId="urn:microsoft.com/office/officeart/2008/layout/LinedList"/>
    <dgm:cxn modelId="{B5D797D0-B82F-45B1-AF1D-77C0CE80BDFB}" srcId="{7ABC9624-D080-464F-87F5-23D2825CE063}" destId="{DF1C13A1-4D7D-40A3-88AE-CF036707D72A}" srcOrd="3" destOrd="0" parTransId="{0D445AB8-EAB2-46F1-8FEC-45DF74DCFAE3}" sibTransId="{1DF41FBF-A51B-4D91-93C5-35E4BB08563E}"/>
    <dgm:cxn modelId="{8A0B717E-4270-431D-9861-804F4C743742}" type="presParOf" srcId="{3B5A7524-9FE6-4EDA-90C1-2A6AD2C976F7}" destId="{70B9DBCA-2BE2-414C-B2CD-BB6A3CF6DE6B}" srcOrd="0" destOrd="0" presId="urn:microsoft.com/office/officeart/2008/layout/LinedList"/>
    <dgm:cxn modelId="{AB5CF602-45EC-46E1-BFCA-B62FA59232DD}" type="presParOf" srcId="{3B5A7524-9FE6-4EDA-90C1-2A6AD2C976F7}" destId="{1FB27B44-5284-42B4-97B4-1C859C8F85EB}" srcOrd="1" destOrd="0" presId="urn:microsoft.com/office/officeart/2008/layout/LinedList"/>
    <dgm:cxn modelId="{3874F777-1FF4-4944-B82B-41C2216D34ED}" type="presParOf" srcId="{1FB27B44-5284-42B4-97B4-1C859C8F85EB}" destId="{D0C83A89-BE70-459D-A68D-EF2F7DD822E9}" srcOrd="0" destOrd="0" presId="urn:microsoft.com/office/officeart/2008/layout/LinedList"/>
    <dgm:cxn modelId="{831B80BA-348E-40FE-8009-578E04496ECD}" type="presParOf" srcId="{1FB27B44-5284-42B4-97B4-1C859C8F85EB}" destId="{5E1FD804-7282-4831-A39C-756B57A4AF8C}" srcOrd="1" destOrd="0" presId="urn:microsoft.com/office/officeart/2008/layout/LinedList"/>
    <dgm:cxn modelId="{27CFCFB2-94DE-48FA-9B11-B7F4F243EC5E}" type="presParOf" srcId="{3B5A7524-9FE6-4EDA-90C1-2A6AD2C976F7}" destId="{AAE30C3D-6A2A-4A41-AD23-656A88086CED}" srcOrd="2" destOrd="0" presId="urn:microsoft.com/office/officeart/2008/layout/LinedList"/>
    <dgm:cxn modelId="{964FC568-B5C8-472B-85CE-7376EF6EEE60}" type="presParOf" srcId="{3B5A7524-9FE6-4EDA-90C1-2A6AD2C976F7}" destId="{F4DE385C-3688-474A-A4FF-4DA55DB21687}" srcOrd="3" destOrd="0" presId="urn:microsoft.com/office/officeart/2008/layout/LinedList"/>
    <dgm:cxn modelId="{6E815818-2022-4FB1-8627-AD97932A657F}" type="presParOf" srcId="{F4DE385C-3688-474A-A4FF-4DA55DB21687}" destId="{864B9D51-E752-428E-9DF1-62AEF13FB6C1}" srcOrd="0" destOrd="0" presId="urn:microsoft.com/office/officeart/2008/layout/LinedList"/>
    <dgm:cxn modelId="{B2E13BF6-82AE-431A-9AAD-75736974E13B}" type="presParOf" srcId="{F4DE385C-3688-474A-A4FF-4DA55DB21687}" destId="{A3977010-DC43-4DAB-A2A9-3E58195C9DBD}" srcOrd="1" destOrd="0" presId="urn:microsoft.com/office/officeart/2008/layout/LinedList"/>
    <dgm:cxn modelId="{E9E41D42-C592-49F2-B571-E4825344B0E8}" type="presParOf" srcId="{3B5A7524-9FE6-4EDA-90C1-2A6AD2C976F7}" destId="{9350B30A-2A8E-423B-91DF-F1E9F6C4F102}" srcOrd="4" destOrd="0" presId="urn:microsoft.com/office/officeart/2008/layout/LinedList"/>
    <dgm:cxn modelId="{8FA4A517-E2BA-4A37-95F4-40FF495ADAE2}" type="presParOf" srcId="{3B5A7524-9FE6-4EDA-90C1-2A6AD2C976F7}" destId="{6599A4C2-8E1E-4C95-922E-13099C2F26DF}" srcOrd="5" destOrd="0" presId="urn:microsoft.com/office/officeart/2008/layout/LinedList"/>
    <dgm:cxn modelId="{D414D144-C23A-4E25-B888-01DAEFC0DE11}" type="presParOf" srcId="{6599A4C2-8E1E-4C95-922E-13099C2F26DF}" destId="{C85AADAC-44A7-45B9-94F2-5F01349962B0}" srcOrd="0" destOrd="0" presId="urn:microsoft.com/office/officeart/2008/layout/LinedList"/>
    <dgm:cxn modelId="{A32583EB-A2C1-4FD1-930C-B9B5D3C1A8CB}" type="presParOf" srcId="{6599A4C2-8E1E-4C95-922E-13099C2F26DF}" destId="{D2E2FCCA-4180-495A-8DEA-DD7FCD26A7AD}" srcOrd="1" destOrd="0" presId="urn:microsoft.com/office/officeart/2008/layout/LinedList"/>
    <dgm:cxn modelId="{FB658EC4-4482-4429-B504-E97F85EDCFDD}" type="presParOf" srcId="{3B5A7524-9FE6-4EDA-90C1-2A6AD2C976F7}" destId="{1F47EBED-9437-40FD-BBFA-D700F482B68B}" srcOrd="6" destOrd="0" presId="urn:microsoft.com/office/officeart/2008/layout/LinedList"/>
    <dgm:cxn modelId="{62C81CE1-2E57-4321-85B9-B8BF7ABCE841}" type="presParOf" srcId="{3B5A7524-9FE6-4EDA-90C1-2A6AD2C976F7}" destId="{291D4CA9-2959-4E5B-ABEA-813EDD64C3D2}" srcOrd="7" destOrd="0" presId="urn:microsoft.com/office/officeart/2008/layout/LinedList"/>
    <dgm:cxn modelId="{62ECD719-67D3-47A4-BE32-5FBF0880CFAA}" type="presParOf" srcId="{291D4CA9-2959-4E5B-ABEA-813EDD64C3D2}" destId="{812BFC28-FE04-498F-83C8-51FE4702FE36}" srcOrd="0" destOrd="0" presId="urn:microsoft.com/office/officeart/2008/layout/LinedList"/>
    <dgm:cxn modelId="{088BCFEE-D4C3-4814-B76D-92787EB877A8}" type="presParOf" srcId="{291D4CA9-2959-4E5B-ABEA-813EDD64C3D2}" destId="{A860F9D2-97BE-4761-8CBC-1B5C62E0C47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785F33-509F-495C-B3C2-EB136E1EAA17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12B1C5-700D-4008-8DB6-FF6FBCEA9E61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53C934-4F3B-466D-800D-C7FF7FC722FB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Two imbalanced datasets (Online Shoppers, Telco Churn)</a:t>
          </a:r>
        </a:p>
      </dsp:txBody>
      <dsp:txXfrm>
        <a:off x="1493203" y="552"/>
        <a:ext cx="6736396" cy="1292816"/>
      </dsp:txXfrm>
    </dsp:sp>
    <dsp:sp modelId="{A667B849-E390-4AD6-925C-65A315AA8003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107116-E8A6-43A4-BAAA-CB2D7C9F073C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ECAC9B-C178-4361-AC2C-648FF8BBD5DB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Section 1: Initial imbalance demonstration</a:t>
          </a:r>
        </a:p>
      </dsp:txBody>
      <dsp:txXfrm>
        <a:off x="1493203" y="1616573"/>
        <a:ext cx="6736396" cy="1292816"/>
      </dsp:txXfrm>
    </dsp:sp>
    <dsp:sp modelId="{96C710DD-CEC1-4079-A610-2DF159AC424F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41CB0E-FA1B-4177-A79A-3C48E083A640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1747E5-E576-4152-A78D-A9AD74298C3C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Section 2: Full preprocessing pipeline</a:t>
          </a:r>
        </a:p>
      </dsp:txBody>
      <dsp:txXfrm>
        <a:off x="1493203" y="3232593"/>
        <a:ext cx="6736396" cy="12928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41F2ED-279C-44D9-849F-D91655E688FF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A070F7-43DA-402E-8010-8D41CAFB9179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21E24F-5BC4-4C6A-A9EA-B4EA95672CDE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Load CSV files (online or telco)</a:t>
          </a:r>
        </a:p>
      </dsp:txBody>
      <dsp:txXfrm>
        <a:off x="1099610" y="1878"/>
        <a:ext cx="7129989" cy="952043"/>
      </dsp:txXfrm>
    </dsp:sp>
    <dsp:sp modelId="{29560783-AE01-42DA-B2B8-6A04993C3457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30B824-4641-440E-8845-B0FD2E87AD27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2AC2D3-4C61-466F-AB9B-E1407F051799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Purpose: Provide raw input for ML pipeline</a:t>
          </a:r>
        </a:p>
      </dsp:txBody>
      <dsp:txXfrm>
        <a:off x="1099610" y="1191932"/>
        <a:ext cx="7129989" cy="952043"/>
      </dsp:txXfrm>
    </dsp:sp>
    <dsp:sp modelId="{6325266C-EFEE-42B4-8984-D7D36D017DD1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4BD23E-B7DC-44DB-AA6F-F4090D62E6D4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6A761A-5CB3-4444-8789-B5BDB5499940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Why: Standard entry point for preprocessing</a:t>
          </a:r>
        </a:p>
      </dsp:txBody>
      <dsp:txXfrm>
        <a:off x="1099610" y="2381986"/>
        <a:ext cx="7129989" cy="952043"/>
      </dsp:txXfrm>
    </dsp:sp>
    <dsp:sp modelId="{FD5FB182-283A-4507-AF0D-28EBF5F6D152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18DFC1-6412-463A-B2B5-DD763BC040E3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68EB28-9A1F-43FD-824B-76B83A12EACE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Filepaths are dataset-dependent</a:t>
          </a:r>
        </a:p>
      </dsp:txBody>
      <dsp:txXfrm>
        <a:off x="1099610" y="3572041"/>
        <a:ext cx="7129989" cy="9520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7D5B4-A642-473F-BF34-6844CBCABE7E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0B5C78-E2D6-4811-BF2F-03D2C6A0E740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41B981-AE5E-4AB3-9B51-6F7ADC84F86A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Use seaborn countplot on target column</a:t>
          </a:r>
        </a:p>
      </dsp:txBody>
      <dsp:txXfrm>
        <a:off x="1493203" y="552"/>
        <a:ext cx="6736396" cy="1292816"/>
      </dsp:txXfrm>
    </dsp:sp>
    <dsp:sp modelId="{18B0326E-AA74-469F-AF7A-1AAEEE460D0A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6605B9-94B9-4256-A1F1-A8884564E462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68D598-B1F7-42ED-AC03-9836C0176C71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Purpose: Show dataset imbalance BEFORE preprocessing</a:t>
          </a:r>
        </a:p>
      </dsp:txBody>
      <dsp:txXfrm>
        <a:off x="1493203" y="1616573"/>
        <a:ext cx="6736396" cy="1292816"/>
      </dsp:txXfrm>
    </dsp:sp>
    <dsp:sp modelId="{DE0F4DFC-D647-4A50-BA69-C7DB5E00E206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7889B9-91DE-42FB-AAE7-5DB051E6ECB4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D82F1-365D-48FC-B80C-309A44AADF1B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Sets baseline for later balancing</a:t>
          </a:r>
        </a:p>
      </dsp:txBody>
      <dsp:txXfrm>
        <a:off x="1493203" y="3232593"/>
        <a:ext cx="6736396" cy="12928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CD8776-C056-4AE3-87EC-854C7DA11A07}">
      <dsp:nvSpPr>
        <dsp:cNvPr id="0" name=""/>
        <dsp:cNvSpPr/>
      </dsp:nvSpPr>
      <dsp:spPr>
        <a:xfrm>
          <a:off x="0" y="851151"/>
          <a:ext cx="822960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Detect missing values per column</a:t>
          </a:r>
        </a:p>
      </dsp:txBody>
      <dsp:txXfrm>
        <a:off x="31613" y="882764"/>
        <a:ext cx="8166374" cy="584369"/>
      </dsp:txXfrm>
    </dsp:sp>
    <dsp:sp modelId="{081AADC7-C0EA-428C-9A81-E72FE72C274E}">
      <dsp:nvSpPr>
        <dsp:cNvPr id="0" name=""/>
        <dsp:cNvSpPr/>
      </dsp:nvSpPr>
      <dsp:spPr>
        <a:xfrm>
          <a:off x="0" y="1576506"/>
          <a:ext cx="822960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Remove duplicates</a:t>
          </a:r>
        </a:p>
      </dsp:txBody>
      <dsp:txXfrm>
        <a:off x="31613" y="1608119"/>
        <a:ext cx="8166374" cy="584369"/>
      </dsp:txXfrm>
    </dsp:sp>
    <dsp:sp modelId="{B008BDB9-2BBA-4EE5-A1B3-CA2B6E0044F8}">
      <dsp:nvSpPr>
        <dsp:cNvPr id="0" name=""/>
        <dsp:cNvSpPr/>
      </dsp:nvSpPr>
      <dsp:spPr>
        <a:xfrm>
          <a:off x="0" y="2301861"/>
          <a:ext cx="822960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Purpose: Improve dataset quality</a:t>
          </a:r>
        </a:p>
      </dsp:txBody>
      <dsp:txXfrm>
        <a:off x="31613" y="2333474"/>
        <a:ext cx="8166374" cy="584369"/>
      </dsp:txXfrm>
    </dsp:sp>
    <dsp:sp modelId="{13D35A41-6734-4898-B07F-5AD77D410A84}">
      <dsp:nvSpPr>
        <dsp:cNvPr id="0" name=""/>
        <dsp:cNvSpPr/>
      </dsp:nvSpPr>
      <dsp:spPr>
        <a:xfrm>
          <a:off x="0" y="3027216"/>
          <a:ext cx="822960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Why: Missing/duplicate values distort ML performance</a:t>
          </a:r>
        </a:p>
      </dsp:txBody>
      <dsp:txXfrm>
        <a:off x="31613" y="3058829"/>
        <a:ext cx="8166374" cy="58436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E475C5-568A-4EC6-A454-FCC53349789C}">
      <dsp:nvSpPr>
        <dsp:cNvPr id="0" name=""/>
        <dsp:cNvSpPr/>
      </dsp:nvSpPr>
      <dsp:spPr>
        <a:xfrm>
          <a:off x="0" y="55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E7FAEC-73A8-47AC-A116-4EC21AE8E105}">
      <dsp:nvSpPr>
        <dsp:cNvPr id="0" name=""/>
        <dsp:cNvSpPr/>
      </dsp:nvSpPr>
      <dsp:spPr>
        <a:xfrm>
          <a:off x="0" y="552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Convert strings to lowercase</a:t>
          </a:r>
        </a:p>
      </dsp:txBody>
      <dsp:txXfrm>
        <a:off x="0" y="552"/>
        <a:ext cx="8229600" cy="904971"/>
      </dsp:txXfrm>
    </dsp:sp>
    <dsp:sp modelId="{1ED7DDCE-6184-4AFC-9CB0-115DF037C79C}">
      <dsp:nvSpPr>
        <dsp:cNvPr id="0" name=""/>
        <dsp:cNvSpPr/>
      </dsp:nvSpPr>
      <dsp:spPr>
        <a:xfrm>
          <a:off x="0" y="90552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430910-C39F-4B82-B68C-DAA8342F7353}">
      <dsp:nvSpPr>
        <dsp:cNvPr id="0" name=""/>
        <dsp:cNvSpPr/>
      </dsp:nvSpPr>
      <dsp:spPr>
        <a:xfrm>
          <a:off x="0" y="905524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Strip whitespace</a:t>
          </a:r>
        </a:p>
      </dsp:txBody>
      <dsp:txXfrm>
        <a:off x="0" y="905524"/>
        <a:ext cx="8229600" cy="904971"/>
      </dsp:txXfrm>
    </dsp:sp>
    <dsp:sp modelId="{33466781-1BFB-4786-8C94-9976ECB6B651}">
      <dsp:nvSpPr>
        <dsp:cNvPr id="0" name=""/>
        <dsp:cNvSpPr/>
      </dsp:nvSpPr>
      <dsp:spPr>
        <a:xfrm>
          <a:off x="0" y="1810495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3F28F2-5BC1-4DC2-A2DA-DEB7330B6BFD}">
      <dsp:nvSpPr>
        <dsp:cNvPr id="0" name=""/>
        <dsp:cNvSpPr/>
      </dsp:nvSpPr>
      <dsp:spPr>
        <a:xfrm>
          <a:off x="0" y="1810495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Telco-specific cleaning (e.g., 'no internet service' → 'no')</a:t>
          </a:r>
        </a:p>
      </dsp:txBody>
      <dsp:txXfrm>
        <a:off x="0" y="1810495"/>
        <a:ext cx="8229600" cy="904971"/>
      </dsp:txXfrm>
    </dsp:sp>
    <dsp:sp modelId="{58CE23E5-E1BD-4A1E-8B44-D09F20D1A092}">
      <dsp:nvSpPr>
        <dsp:cNvPr id="0" name=""/>
        <dsp:cNvSpPr/>
      </dsp:nvSpPr>
      <dsp:spPr>
        <a:xfrm>
          <a:off x="0" y="2715467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656FE9-2302-4516-A990-42BDEB84B458}">
      <dsp:nvSpPr>
        <dsp:cNvPr id="0" name=""/>
        <dsp:cNvSpPr/>
      </dsp:nvSpPr>
      <dsp:spPr>
        <a:xfrm>
          <a:off x="0" y="2715467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Ensures consistent categorical grouping</a:t>
          </a:r>
        </a:p>
      </dsp:txBody>
      <dsp:txXfrm>
        <a:off x="0" y="2715467"/>
        <a:ext cx="8229600" cy="904971"/>
      </dsp:txXfrm>
    </dsp:sp>
    <dsp:sp modelId="{7E8CFDEE-C38A-4915-B1BE-D86E3360ECA3}">
      <dsp:nvSpPr>
        <dsp:cNvPr id="0" name=""/>
        <dsp:cNvSpPr/>
      </dsp:nvSpPr>
      <dsp:spPr>
        <a:xfrm>
          <a:off x="0" y="362043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E97355-6118-403E-9E18-B9589CE30CCF}">
      <dsp:nvSpPr>
        <dsp:cNvPr id="0" name=""/>
        <dsp:cNvSpPr/>
      </dsp:nvSpPr>
      <dsp:spPr>
        <a:xfrm>
          <a:off x="0" y="3620438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Prevents encoding issues</a:t>
          </a:r>
        </a:p>
      </dsp:txBody>
      <dsp:txXfrm>
        <a:off x="0" y="3620438"/>
        <a:ext cx="8229600" cy="90497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8AE9F6-2B54-4732-91D7-6CCEBC0FF0CC}">
      <dsp:nvSpPr>
        <dsp:cNvPr id="0" name=""/>
        <dsp:cNvSpPr/>
      </dsp:nvSpPr>
      <dsp:spPr>
        <a:xfrm>
          <a:off x="0" y="3535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CBB0AF-9201-4C90-871B-C154B29C028D}">
      <dsp:nvSpPr>
        <dsp:cNvPr id="0" name=""/>
        <dsp:cNvSpPr/>
      </dsp:nvSpPr>
      <dsp:spPr>
        <a:xfrm>
          <a:off x="227827" y="172994"/>
          <a:ext cx="414231" cy="4142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F51487-7FF2-45E9-8E10-2B484E75A2F8}">
      <dsp:nvSpPr>
        <dsp:cNvPr id="0" name=""/>
        <dsp:cNvSpPr/>
      </dsp:nvSpPr>
      <dsp:spPr>
        <a:xfrm>
          <a:off x="869886" y="3535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Mild outliers: beyond 1.5 × IQR</a:t>
          </a:r>
        </a:p>
      </dsp:txBody>
      <dsp:txXfrm>
        <a:off x="869886" y="3535"/>
        <a:ext cx="7359713" cy="753148"/>
      </dsp:txXfrm>
    </dsp:sp>
    <dsp:sp modelId="{4FB37A96-DBC7-4D29-812E-35C8793D2DF4}">
      <dsp:nvSpPr>
        <dsp:cNvPr id="0" name=""/>
        <dsp:cNvSpPr/>
      </dsp:nvSpPr>
      <dsp:spPr>
        <a:xfrm>
          <a:off x="0" y="944971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3A2B45-D9E6-4A8C-9CE2-8F91F56AA028}">
      <dsp:nvSpPr>
        <dsp:cNvPr id="0" name=""/>
        <dsp:cNvSpPr/>
      </dsp:nvSpPr>
      <dsp:spPr>
        <a:xfrm>
          <a:off x="227827" y="1114429"/>
          <a:ext cx="414231" cy="4142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21F9A2-BA54-4F60-92FD-C8104A92E922}">
      <dsp:nvSpPr>
        <dsp:cNvPr id="0" name=""/>
        <dsp:cNvSpPr/>
      </dsp:nvSpPr>
      <dsp:spPr>
        <a:xfrm>
          <a:off x="869886" y="944971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Extreme outliers: beyond 3 × IQR</a:t>
          </a:r>
        </a:p>
      </dsp:txBody>
      <dsp:txXfrm>
        <a:off x="869886" y="944971"/>
        <a:ext cx="7359713" cy="753148"/>
      </dsp:txXfrm>
    </dsp:sp>
    <dsp:sp modelId="{9B2A1F0E-AEE6-4E2F-A44C-5A5B2A90E50D}">
      <dsp:nvSpPr>
        <dsp:cNvPr id="0" name=""/>
        <dsp:cNvSpPr/>
      </dsp:nvSpPr>
      <dsp:spPr>
        <a:xfrm>
          <a:off x="0" y="1886407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E3B51F-3348-42F7-B84D-ADD5F7BB0066}">
      <dsp:nvSpPr>
        <dsp:cNvPr id="0" name=""/>
        <dsp:cNvSpPr/>
      </dsp:nvSpPr>
      <dsp:spPr>
        <a:xfrm>
          <a:off x="227827" y="2055865"/>
          <a:ext cx="414231" cy="4142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BCEEC8-8CF6-4DD0-9968-F87453A40F0C}">
      <dsp:nvSpPr>
        <dsp:cNvPr id="0" name=""/>
        <dsp:cNvSpPr/>
      </dsp:nvSpPr>
      <dsp:spPr>
        <a:xfrm>
          <a:off x="869886" y="1886407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Extracted into two CSVs</a:t>
          </a:r>
        </a:p>
      </dsp:txBody>
      <dsp:txXfrm>
        <a:off x="869886" y="1886407"/>
        <a:ext cx="7359713" cy="753148"/>
      </dsp:txXfrm>
    </dsp:sp>
    <dsp:sp modelId="{86B80626-C044-4A4B-BBE0-74257E7144F7}">
      <dsp:nvSpPr>
        <dsp:cNvPr id="0" name=""/>
        <dsp:cNvSpPr/>
      </dsp:nvSpPr>
      <dsp:spPr>
        <a:xfrm>
          <a:off x="0" y="2827842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D3F043-2CBD-4E73-B086-0C2DA7B4B58E}">
      <dsp:nvSpPr>
        <dsp:cNvPr id="0" name=""/>
        <dsp:cNvSpPr/>
      </dsp:nvSpPr>
      <dsp:spPr>
        <a:xfrm>
          <a:off x="227827" y="2997301"/>
          <a:ext cx="414231" cy="4142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03253D-B4EA-48DA-8A72-F5DE7DF41ACD}">
      <dsp:nvSpPr>
        <dsp:cNvPr id="0" name=""/>
        <dsp:cNvSpPr/>
      </dsp:nvSpPr>
      <dsp:spPr>
        <a:xfrm>
          <a:off x="869886" y="2827842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Visualized with boxplots</a:t>
          </a:r>
        </a:p>
      </dsp:txBody>
      <dsp:txXfrm>
        <a:off x="869886" y="2827842"/>
        <a:ext cx="7359713" cy="753148"/>
      </dsp:txXfrm>
    </dsp:sp>
    <dsp:sp modelId="{D488D4A0-1CDA-40B4-BF93-4AC1056DFC76}">
      <dsp:nvSpPr>
        <dsp:cNvPr id="0" name=""/>
        <dsp:cNvSpPr/>
      </dsp:nvSpPr>
      <dsp:spPr>
        <a:xfrm>
          <a:off x="0" y="3769278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B37157-5F12-46A1-BF47-E4C5DAA74A29}">
      <dsp:nvSpPr>
        <dsp:cNvPr id="0" name=""/>
        <dsp:cNvSpPr/>
      </dsp:nvSpPr>
      <dsp:spPr>
        <a:xfrm>
          <a:off x="227827" y="3938736"/>
          <a:ext cx="414231" cy="41423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A232B5-282A-4766-9B80-9A0CD3CC2CDA}">
      <dsp:nvSpPr>
        <dsp:cNvPr id="0" name=""/>
        <dsp:cNvSpPr/>
      </dsp:nvSpPr>
      <dsp:spPr>
        <a:xfrm>
          <a:off x="869886" y="3769278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Purpose: Identify irregular data</a:t>
          </a:r>
        </a:p>
      </dsp:txBody>
      <dsp:txXfrm>
        <a:off x="869886" y="3769278"/>
        <a:ext cx="7359713" cy="75314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2E1B18-950D-4346-84AF-FEAC975C1C25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AE275F-4D3F-4A8B-8C33-207FB7E970BB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4BAD59-AA40-427F-857A-0D8E83F606B9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Exports cleaned dataset BEFORE preprocessing</a:t>
          </a:r>
        </a:p>
      </dsp:txBody>
      <dsp:txXfrm>
        <a:off x="1099610" y="1878"/>
        <a:ext cx="7129989" cy="952043"/>
      </dsp:txXfrm>
    </dsp:sp>
    <dsp:sp modelId="{19A7E213-1136-4DCE-AC0C-EC4BA0845F89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ADF38E-D7B4-47CE-AE71-A6005C3409CE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E751AC-A4D3-4F27-9CF2-060F60766AA3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• Used by Feature Engineering team</a:t>
          </a:r>
        </a:p>
      </dsp:txBody>
      <dsp:txXfrm>
        <a:off x="1099610" y="1191932"/>
        <a:ext cx="7129989" cy="952043"/>
      </dsp:txXfrm>
    </dsp:sp>
    <dsp:sp modelId="{36563BB7-0E74-413E-8A92-40DDD29E0CCD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65BAA5-E841-45CD-9DB3-D2410337D67C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7F65BA-34D1-49F3-9D9C-90BB0E2EAE16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Ensures consistent input structure</a:t>
          </a:r>
        </a:p>
      </dsp:txBody>
      <dsp:txXfrm>
        <a:off x="1099610" y="2381986"/>
        <a:ext cx="7129989" cy="952043"/>
      </dsp:txXfrm>
    </dsp:sp>
    <dsp:sp modelId="{9AFDCBE9-48FA-4CE2-BDB7-E0311D760EE3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8B3551-AAFB-43BA-92A5-E8B8220EEBAF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B5D1A7-1ADF-4E15-B7AD-1A359B2B80F0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Filename includes dataset name</a:t>
          </a:r>
        </a:p>
      </dsp:txBody>
      <dsp:txXfrm>
        <a:off x="1099610" y="3572041"/>
        <a:ext cx="7129989" cy="95204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DD7E99-9301-4B0D-AB12-65E7242B85C3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B7A7C1-279B-4C2C-A30E-0E6F5D1878CA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53B745-2DCA-4E96-AB96-DF0045F3B4E5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Split into X (features) and y (target)</a:t>
          </a:r>
        </a:p>
      </dsp:txBody>
      <dsp:txXfrm>
        <a:off x="1099610" y="1878"/>
        <a:ext cx="7129989" cy="952043"/>
      </dsp:txXfrm>
    </dsp:sp>
    <dsp:sp modelId="{E22BD283-A610-4DD8-A1DE-920BF1EEAA32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C27B38-B5EB-4954-AFEB-9155E0B1DE27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0A5582-18F3-4CF2-9A13-F79862F2BC52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Purpose: Prepare for model training</a:t>
          </a:r>
        </a:p>
      </dsp:txBody>
      <dsp:txXfrm>
        <a:off x="1099610" y="1191932"/>
        <a:ext cx="7129989" cy="952043"/>
      </dsp:txXfrm>
    </dsp:sp>
    <dsp:sp modelId="{967F3FB9-7F4A-4A89-AD30-03D9C4CED49F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D302A0-2E7D-42C8-A3F5-1C8C0152A9B4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06C37B-A5B8-4DFE-8CC1-410BC695D7B3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Why: ML algorithms require explicit separation</a:t>
          </a:r>
        </a:p>
      </dsp:txBody>
      <dsp:txXfrm>
        <a:off x="1099610" y="2381986"/>
        <a:ext cx="7129989" cy="952043"/>
      </dsp:txXfrm>
    </dsp:sp>
    <dsp:sp modelId="{478865B9-CCE8-456D-8407-EEE2392A8743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925C31-541C-443B-A39D-D0FC4A70E094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AABD7B-FE29-4FD3-BB18-ED027CC9AF41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Converts Revenue to binary for Online dataset</a:t>
          </a:r>
        </a:p>
      </dsp:txBody>
      <dsp:txXfrm>
        <a:off x="1099610" y="3572041"/>
        <a:ext cx="7129989" cy="95204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6C9259-58F0-48EB-808A-EF7B4C56273A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6C1E06-AD68-4E76-94BF-2004DCA9D57E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F40BD-EDB9-4D80-945F-84722A87274F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Stratified 80/20 split</a:t>
          </a:r>
        </a:p>
      </dsp:txBody>
      <dsp:txXfrm>
        <a:off x="1099610" y="1878"/>
        <a:ext cx="7129989" cy="952043"/>
      </dsp:txXfrm>
    </dsp:sp>
    <dsp:sp modelId="{A190CEB0-C020-49AE-99D9-E1DD86290DE8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0E8DC3-8471-462F-B2D0-DBE27DE314B4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CA07B2-7B1F-4E61-BC54-FCDF5B9A59E5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Purpose: Evaluate performance on unseen data</a:t>
          </a:r>
        </a:p>
      </dsp:txBody>
      <dsp:txXfrm>
        <a:off x="1099610" y="1191932"/>
        <a:ext cx="7129989" cy="952043"/>
      </dsp:txXfrm>
    </dsp:sp>
    <dsp:sp modelId="{AE25D19B-B3CC-4FFC-8EBA-0240480AAED6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4E46D7-08C8-4DB9-B385-DA29DE4DCD26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260CEB-1CEB-4433-80F2-DEF569B06151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Why: Prevents overfitting and preserves class ratio</a:t>
          </a:r>
        </a:p>
      </dsp:txBody>
      <dsp:txXfrm>
        <a:off x="1099610" y="2381986"/>
        <a:ext cx="7129989" cy="952043"/>
      </dsp:txXfrm>
    </dsp:sp>
    <dsp:sp modelId="{83675527-395B-4222-90E6-6ED8DAB5CD0B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B35632-2DCA-45CD-8D06-3BBF6B197329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E8FC44-D8FE-4857-B92A-402083B4D65C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Test set remains untouched by balancing</a:t>
          </a:r>
        </a:p>
      </dsp:txBody>
      <dsp:txXfrm>
        <a:off x="1099610" y="3572041"/>
        <a:ext cx="7129989" cy="95204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9DF3C4-F4C3-4FCC-851A-6C4800A273FB}">
      <dsp:nvSpPr>
        <dsp:cNvPr id="0" name=""/>
        <dsp:cNvSpPr/>
      </dsp:nvSpPr>
      <dsp:spPr>
        <a:xfrm>
          <a:off x="0" y="422571"/>
          <a:ext cx="8229600" cy="12820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58216" rIns="638708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KNNImputer: fill missing numeric data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StandardScaler: normalize scale</a:t>
          </a:r>
        </a:p>
      </dsp:txBody>
      <dsp:txXfrm>
        <a:off x="0" y="422571"/>
        <a:ext cx="8229600" cy="1282049"/>
      </dsp:txXfrm>
    </dsp:sp>
    <dsp:sp modelId="{C55E4230-AB67-464C-914A-0343B2E9BB2A}">
      <dsp:nvSpPr>
        <dsp:cNvPr id="0" name=""/>
        <dsp:cNvSpPr/>
      </dsp:nvSpPr>
      <dsp:spPr>
        <a:xfrm>
          <a:off x="411480" y="97851"/>
          <a:ext cx="576072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Numeric pipeline:</a:t>
          </a:r>
        </a:p>
      </dsp:txBody>
      <dsp:txXfrm>
        <a:off x="443183" y="129554"/>
        <a:ext cx="5697314" cy="586034"/>
      </dsp:txXfrm>
    </dsp:sp>
    <dsp:sp modelId="{6ED7FA4A-FA38-4C9C-9970-D3CBB5705493}">
      <dsp:nvSpPr>
        <dsp:cNvPr id="0" name=""/>
        <dsp:cNvSpPr/>
      </dsp:nvSpPr>
      <dsp:spPr>
        <a:xfrm>
          <a:off x="0" y="2148141"/>
          <a:ext cx="8229600" cy="12820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58216" rIns="638708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SimpleImputer: fill missing categories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OneHotEncoder: convert to numeric</a:t>
          </a:r>
        </a:p>
      </dsp:txBody>
      <dsp:txXfrm>
        <a:off x="0" y="2148141"/>
        <a:ext cx="8229600" cy="1282049"/>
      </dsp:txXfrm>
    </dsp:sp>
    <dsp:sp modelId="{47B0CC2E-F535-4549-AADA-2C30C3AEDFFF}">
      <dsp:nvSpPr>
        <dsp:cNvPr id="0" name=""/>
        <dsp:cNvSpPr/>
      </dsp:nvSpPr>
      <dsp:spPr>
        <a:xfrm>
          <a:off x="411480" y="1823421"/>
          <a:ext cx="576072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Categorical pipeline:</a:t>
          </a:r>
        </a:p>
      </dsp:txBody>
      <dsp:txXfrm>
        <a:off x="443183" y="1855124"/>
        <a:ext cx="5697314" cy="586034"/>
      </dsp:txXfrm>
    </dsp:sp>
    <dsp:sp modelId="{730AA8D2-9C1C-4450-B93D-AA08D0E1DC44}">
      <dsp:nvSpPr>
        <dsp:cNvPr id="0" name=""/>
        <dsp:cNvSpPr/>
      </dsp:nvSpPr>
      <dsp:spPr>
        <a:xfrm>
          <a:off x="0" y="3873711"/>
          <a:ext cx="822960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D82C85-2095-44E2-8487-4E88C940053F}">
      <dsp:nvSpPr>
        <dsp:cNvPr id="0" name=""/>
        <dsp:cNvSpPr/>
      </dsp:nvSpPr>
      <dsp:spPr>
        <a:xfrm>
          <a:off x="411480" y="3548991"/>
          <a:ext cx="576072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Purpose: Clean and standardize data</a:t>
          </a:r>
        </a:p>
      </dsp:txBody>
      <dsp:txXfrm>
        <a:off x="443183" y="3580694"/>
        <a:ext cx="5697314" cy="58603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406522-11E2-4EFF-83AA-D87451859701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58BE4D-5FC7-4FED-ABA3-0B90A7FA3997}">
      <dsp:nvSpPr>
        <dsp:cNvPr id="0" name=""/>
        <dsp:cNvSpPr/>
      </dsp:nvSpPr>
      <dsp:spPr>
        <a:xfrm>
          <a:off x="0" y="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Fit on training data only</a:t>
          </a:r>
        </a:p>
      </dsp:txBody>
      <dsp:txXfrm>
        <a:off x="0" y="0"/>
        <a:ext cx="8229600" cy="1131490"/>
      </dsp:txXfrm>
    </dsp:sp>
    <dsp:sp modelId="{EF888100-3B5C-43A1-A6F7-6D6711C0A2AA}">
      <dsp:nvSpPr>
        <dsp:cNvPr id="0" name=""/>
        <dsp:cNvSpPr/>
      </dsp:nvSpPr>
      <dsp:spPr>
        <a:xfrm>
          <a:off x="0" y="11314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7D663C-EB13-4130-9E0D-7188C67E9BC1}">
      <dsp:nvSpPr>
        <dsp:cNvPr id="0" name=""/>
        <dsp:cNvSpPr/>
      </dsp:nvSpPr>
      <dsp:spPr>
        <a:xfrm>
          <a:off x="0" y="113149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Transform both training and test</a:t>
          </a:r>
        </a:p>
      </dsp:txBody>
      <dsp:txXfrm>
        <a:off x="0" y="1131490"/>
        <a:ext cx="8229600" cy="1131490"/>
      </dsp:txXfrm>
    </dsp:sp>
    <dsp:sp modelId="{08C5D2FD-935C-44C6-824F-8F08CB6E0D0A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4EEDAD-1185-4110-AA47-AFC3F8AF830F}">
      <dsp:nvSpPr>
        <dsp:cNvPr id="0" name=""/>
        <dsp:cNvSpPr/>
      </dsp:nvSpPr>
      <dsp:spPr>
        <a:xfrm>
          <a:off x="0" y="2262981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Prevents data leakage</a:t>
          </a:r>
        </a:p>
      </dsp:txBody>
      <dsp:txXfrm>
        <a:off x="0" y="2262981"/>
        <a:ext cx="8229600" cy="1131490"/>
      </dsp:txXfrm>
    </dsp:sp>
    <dsp:sp modelId="{B3464771-317C-4460-89D8-076EF7EB1801}">
      <dsp:nvSpPr>
        <dsp:cNvPr id="0" name=""/>
        <dsp:cNvSpPr/>
      </dsp:nvSpPr>
      <dsp:spPr>
        <a:xfrm>
          <a:off x="0" y="33944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79C0B5-AFE6-45D6-AB7E-E9BE441ADD0E}">
      <dsp:nvSpPr>
        <dsp:cNvPr id="0" name=""/>
        <dsp:cNvSpPr/>
      </dsp:nvSpPr>
      <dsp:spPr>
        <a:xfrm>
          <a:off x="0" y="3394472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Produces consistent numeric matrices</a:t>
          </a:r>
        </a:p>
      </dsp:txBody>
      <dsp:txXfrm>
        <a:off x="0" y="3394472"/>
        <a:ext cx="8229600" cy="113149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11E1EA-34D6-4C32-8381-77EC36424B4C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DD0D7B-015D-4DB6-8EF1-94BC9FE69DE6}">
      <dsp:nvSpPr>
        <dsp:cNvPr id="0" name=""/>
        <dsp:cNvSpPr/>
      </dsp:nvSpPr>
      <dsp:spPr>
        <a:xfrm>
          <a:off x="0" y="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Removes borderline majority samples</a:t>
          </a:r>
        </a:p>
      </dsp:txBody>
      <dsp:txXfrm>
        <a:off x="0" y="0"/>
        <a:ext cx="8229600" cy="1131490"/>
      </dsp:txXfrm>
    </dsp:sp>
    <dsp:sp modelId="{5D014DA1-E7F7-474C-BA96-9098D2531A41}">
      <dsp:nvSpPr>
        <dsp:cNvPr id="0" name=""/>
        <dsp:cNvSpPr/>
      </dsp:nvSpPr>
      <dsp:spPr>
        <a:xfrm>
          <a:off x="0" y="11314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36B48D-1F96-48CE-8E92-3613F82BFF3C}">
      <dsp:nvSpPr>
        <dsp:cNvPr id="0" name=""/>
        <dsp:cNvSpPr/>
      </dsp:nvSpPr>
      <dsp:spPr>
        <a:xfrm>
          <a:off x="0" y="113149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Ensures classes are separated</a:t>
          </a:r>
        </a:p>
      </dsp:txBody>
      <dsp:txXfrm>
        <a:off x="0" y="1131490"/>
        <a:ext cx="8229600" cy="1131490"/>
      </dsp:txXfrm>
    </dsp:sp>
    <dsp:sp modelId="{33702C55-8931-4EE6-B602-E954D7A29164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8DB0FE-51CC-44BD-87DE-A5D620FD371A}">
      <dsp:nvSpPr>
        <dsp:cNvPr id="0" name=""/>
        <dsp:cNvSpPr/>
      </dsp:nvSpPr>
      <dsp:spPr>
        <a:xfrm>
          <a:off x="0" y="2262981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Improves decision boundaries</a:t>
          </a:r>
        </a:p>
      </dsp:txBody>
      <dsp:txXfrm>
        <a:off x="0" y="2262981"/>
        <a:ext cx="8229600" cy="1131490"/>
      </dsp:txXfrm>
    </dsp:sp>
    <dsp:sp modelId="{AEC34CE7-7E71-48D4-90C1-9B030D71B535}">
      <dsp:nvSpPr>
        <dsp:cNvPr id="0" name=""/>
        <dsp:cNvSpPr/>
      </dsp:nvSpPr>
      <dsp:spPr>
        <a:xfrm>
          <a:off x="0" y="33944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69AA7A-5FF1-46E7-8D15-32241AC90E21}">
      <dsp:nvSpPr>
        <dsp:cNvPr id="0" name=""/>
        <dsp:cNvSpPr/>
      </dsp:nvSpPr>
      <dsp:spPr>
        <a:xfrm>
          <a:off x="0" y="3394472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Must be done BEFORE SMOTE</a:t>
          </a:r>
        </a:p>
      </dsp:txBody>
      <dsp:txXfrm>
        <a:off x="0" y="3394472"/>
        <a:ext cx="8229600" cy="113149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1988B5-6D95-4A32-9AAE-19E07AF36005}">
      <dsp:nvSpPr>
        <dsp:cNvPr id="0" name=""/>
        <dsp:cNvSpPr/>
      </dsp:nvSpPr>
      <dsp:spPr>
        <a:xfrm>
          <a:off x="0" y="55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4B532B-BE20-4998-854A-A5D3952F8BEB}">
      <dsp:nvSpPr>
        <dsp:cNvPr id="0" name=""/>
        <dsp:cNvSpPr/>
      </dsp:nvSpPr>
      <dsp:spPr>
        <a:xfrm>
          <a:off x="0" y="552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Synthetic Minority Oversampling Technique</a:t>
          </a:r>
        </a:p>
      </dsp:txBody>
      <dsp:txXfrm>
        <a:off x="0" y="552"/>
        <a:ext cx="8229600" cy="904971"/>
      </dsp:txXfrm>
    </dsp:sp>
    <dsp:sp modelId="{8A92C3D9-7686-4C3A-838D-8F26134D423A}">
      <dsp:nvSpPr>
        <dsp:cNvPr id="0" name=""/>
        <dsp:cNvSpPr/>
      </dsp:nvSpPr>
      <dsp:spPr>
        <a:xfrm>
          <a:off x="0" y="90552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BE6E00-4EA7-4D03-AE95-FB383D20BFCE}">
      <dsp:nvSpPr>
        <dsp:cNvPr id="0" name=""/>
        <dsp:cNvSpPr/>
      </dsp:nvSpPr>
      <dsp:spPr>
        <a:xfrm>
          <a:off x="0" y="905524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Generates new minority samples</a:t>
          </a:r>
        </a:p>
      </dsp:txBody>
      <dsp:txXfrm>
        <a:off x="0" y="905524"/>
        <a:ext cx="8229600" cy="904971"/>
      </dsp:txXfrm>
    </dsp:sp>
    <dsp:sp modelId="{3E5B2334-1263-4E9B-B6DF-450EE6D3B203}">
      <dsp:nvSpPr>
        <dsp:cNvPr id="0" name=""/>
        <dsp:cNvSpPr/>
      </dsp:nvSpPr>
      <dsp:spPr>
        <a:xfrm>
          <a:off x="0" y="1810495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30E815-BDCC-41FF-9B70-D5C6074A76E7}">
      <dsp:nvSpPr>
        <dsp:cNvPr id="0" name=""/>
        <dsp:cNvSpPr/>
      </dsp:nvSpPr>
      <dsp:spPr>
        <a:xfrm>
          <a:off x="0" y="1810495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Applied AFTER Tomek Links</a:t>
          </a:r>
        </a:p>
      </dsp:txBody>
      <dsp:txXfrm>
        <a:off x="0" y="1810495"/>
        <a:ext cx="8229600" cy="904971"/>
      </dsp:txXfrm>
    </dsp:sp>
    <dsp:sp modelId="{3427FA97-1DCC-4A65-A0FA-3AFE4A4B7D08}">
      <dsp:nvSpPr>
        <dsp:cNvPr id="0" name=""/>
        <dsp:cNvSpPr/>
      </dsp:nvSpPr>
      <dsp:spPr>
        <a:xfrm>
          <a:off x="0" y="2715467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756D93-B25A-4D1B-9A34-B3EBF38ED2D8}">
      <dsp:nvSpPr>
        <dsp:cNvPr id="0" name=""/>
        <dsp:cNvSpPr/>
      </dsp:nvSpPr>
      <dsp:spPr>
        <a:xfrm>
          <a:off x="0" y="2715467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Purpose: Correct imbalance</a:t>
          </a:r>
        </a:p>
      </dsp:txBody>
      <dsp:txXfrm>
        <a:off x="0" y="2715467"/>
        <a:ext cx="8229600" cy="904971"/>
      </dsp:txXfrm>
    </dsp:sp>
    <dsp:sp modelId="{2B29425F-4E15-49C6-B8EE-F00B128E8949}">
      <dsp:nvSpPr>
        <dsp:cNvPr id="0" name=""/>
        <dsp:cNvSpPr/>
      </dsp:nvSpPr>
      <dsp:spPr>
        <a:xfrm>
          <a:off x="0" y="362043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AB6B6B-59B8-42D3-A194-59E7FA04B4E4}">
      <dsp:nvSpPr>
        <dsp:cNvPr id="0" name=""/>
        <dsp:cNvSpPr/>
      </dsp:nvSpPr>
      <dsp:spPr>
        <a:xfrm>
          <a:off x="0" y="3620438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Improves model fairness &amp; accuracy</a:t>
          </a:r>
        </a:p>
      </dsp:txBody>
      <dsp:txXfrm>
        <a:off x="0" y="3620438"/>
        <a:ext cx="8229600" cy="90497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B9DBCA-2BE2-414C-B2CD-BB6A3CF6DE6B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C83A89-BE70-459D-A68D-EF2F7DD822E9}">
      <dsp:nvSpPr>
        <dsp:cNvPr id="0" name=""/>
        <dsp:cNvSpPr/>
      </dsp:nvSpPr>
      <dsp:spPr>
        <a:xfrm>
          <a:off x="0" y="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X_resampled, y_resampled → Training</a:t>
          </a:r>
        </a:p>
      </dsp:txBody>
      <dsp:txXfrm>
        <a:off x="0" y="0"/>
        <a:ext cx="8229600" cy="1131490"/>
      </dsp:txXfrm>
    </dsp:sp>
    <dsp:sp modelId="{AAE30C3D-6A2A-4A41-AD23-656A88086CED}">
      <dsp:nvSpPr>
        <dsp:cNvPr id="0" name=""/>
        <dsp:cNvSpPr/>
      </dsp:nvSpPr>
      <dsp:spPr>
        <a:xfrm>
          <a:off x="0" y="11314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4B9D51-E752-428E-9DF1-62AEF13FB6C1}">
      <dsp:nvSpPr>
        <dsp:cNvPr id="0" name=""/>
        <dsp:cNvSpPr/>
      </dsp:nvSpPr>
      <dsp:spPr>
        <a:xfrm>
          <a:off x="0" y="113149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X_test_processed, y_test → Evaluation</a:t>
          </a:r>
        </a:p>
      </dsp:txBody>
      <dsp:txXfrm>
        <a:off x="0" y="1131490"/>
        <a:ext cx="8229600" cy="1131490"/>
      </dsp:txXfrm>
    </dsp:sp>
    <dsp:sp modelId="{9350B30A-2A8E-423B-91DF-F1E9F6C4F102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5AADAC-44A7-45B9-94F2-5F01349962B0}">
      <dsp:nvSpPr>
        <dsp:cNvPr id="0" name=""/>
        <dsp:cNvSpPr/>
      </dsp:nvSpPr>
      <dsp:spPr>
        <a:xfrm>
          <a:off x="0" y="2262981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Outlier CSVs → Analysis</a:t>
          </a:r>
        </a:p>
      </dsp:txBody>
      <dsp:txXfrm>
        <a:off x="0" y="2262981"/>
        <a:ext cx="8229600" cy="1131490"/>
      </dsp:txXfrm>
    </dsp:sp>
    <dsp:sp modelId="{1F47EBED-9437-40FD-BBFA-D700F482B68B}">
      <dsp:nvSpPr>
        <dsp:cNvPr id="0" name=""/>
        <dsp:cNvSpPr/>
      </dsp:nvSpPr>
      <dsp:spPr>
        <a:xfrm>
          <a:off x="0" y="33944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2BFC28-FE04-498F-83C8-51FE4702FE36}">
      <dsp:nvSpPr>
        <dsp:cNvPr id="0" name=""/>
        <dsp:cNvSpPr/>
      </dsp:nvSpPr>
      <dsp:spPr>
        <a:xfrm>
          <a:off x="0" y="3394472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Clean Template CSV → Feature Engineering</a:t>
          </a:r>
        </a:p>
      </dsp:txBody>
      <dsp:txXfrm>
        <a:off x="0" y="3394472"/>
        <a:ext cx="8229600" cy="11314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 &amp; 2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3BC852-F579-E24C-DF83-9F66E05FC7A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Loading Datasets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E962E8-1191-EBFB-1B2F-E6550B74AA3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 Class Imbalance Visualization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809785-5809-3882-1B61-975D99D71D2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Cleaning: Missing Data &amp; Duplicates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384822-C70E-CACC-43AA-B8AF5D9352A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Cleaning: Inconsistent Formatting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38ACD0-B699-4B12-2979-56EDFC4A852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Outlier Detection (IQR-Based)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6F99A3-2186-18E5-F887-AEFA01D69B3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Exporting Clean Template CSV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CEEDCD-A796-0D44-E58C-B4D8E87C6A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824460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Feature/Target Split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C9A810-C45D-35C4-C405-CA9CA98CACB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Train-Test Split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D545A4-998D-4817-1DCC-3AC4A973DC1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Pipelines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197793-104E-315D-C0CB-25E5FC9E206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Applying Preprocessing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4112A1-B90E-3AC6-5D49-51BF9FBF2E3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Tomek Links (No Class Overlap)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00B065-2F8E-8169-F887-BD746B3420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Balancing with SMOTE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437A17-0F74-4D99-2F13-45B0EC428AC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Outputs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BC0EA9-3446-9FB6-1A1F-CE1240C939E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434</Words>
  <Application>Microsoft Office PowerPoint</Application>
  <PresentationFormat>On-screen Show (4:3)</PresentationFormat>
  <Paragraphs>74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Section 1 &amp; 2 Overview</vt:lpstr>
      <vt:lpstr>Loading Datasets</vt:lpstr>
      <vt:lpstr>Initial Class Imbalance Visualization</vt:lpstr>
      <vt:lpstr>Cleaning: Missing Data &amp; Duplicates</vt:lpstr>
      <vt:lpstr>Cleaning: Inconsistent Formatting</vt:lpstr>
      <vt:lpstr>Outlier Detection (IQR-Based)</vt:lpstr>
      <vt:lpstr>Exporting Clean Template CSV</vt:lpstr>
      <vt:lpstr>Feature/Target Split</vt:lpstr>
      <vt:lpstr>Train-Test Split</vt:lpstr>
      <vt:lpstr>Preprocessing Pipelines</vt:lpstr>
      <vt:lpstr>Applying Preprocessing</vt:lpstr>
      <vt:lpstr>Tomek Links (No Class Overlap)</vt:lpstr>
      <vt:lpstr>Balancing with SMOTE</vt:lpstr>
      <vt:lpstr>Final Outputs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Enam Ahorlu</dc:creator>
  <cp:keywords/>
  <dc:description>generated using python-pptx</dc:description>
  <cp:lastModifiedBy>Enam  Ahorlu</cp:lastModifiedBy>
  <cp:revision>2</cp:revision>
  <dcterms:created xsi:type="dcterms:W3CDTF">2013-01-27T09:14:16Z</dcterms:created>
  <dcterms:modified xsi:type="dcterms:W3CDTF">2025-11-20T12:01:43Z</dcterms:modified>
  <cp:category/>
</cp:coreProperties>
</file>